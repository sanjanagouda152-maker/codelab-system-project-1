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3"/>
    <p:sldId id="270" r:id="rId4"/>
    <p:sldId id="271" r:id="rId5"/>
    <p:sldId id="273" r:id="rId6"/>
    <p:sldId id="274" r:id="rId7"/>
    <p:sldId id="277" r:id="rId8"/>
  </p:sldIdLst>
  <p:sldSz cx="18288000" cy="10287000"/>
  <p:notesSz cx="18288000" cy="10287000"/>
  <p:defaultTextStyle>
    <a:defPPr>
      <a:defRPr kern="0"/>
    </a:defPPr>
  </p:defaultTextStyle>
  <p:extLst>
    <p:ext uri="{521415D9-36F7-43E2-AB2F-B90AF26B5E84}">
      <p14:sectionLst xmlns:p14="http://schemas.microsoft.com/office/powerpoint/2010/main">
        <p14:section name="Default Section" id="{CBC9B34D-E28C-4748-A4B4-1EE95CCC7B41}">
          <p14:sldIdLst>
            <p14:sldId id="256"/>
            <p14:sldId id="258"/>
            <p14:sldId id="270"/>
            <p14:sldId id="271"/>
            <p14:sldId id="273"/>
            <p14:sldId id="274"/>
          </p14:sldIdLst>
        </p14:section>
        <p14:section name="Untitled Section" id="{86282D05-7F37-4209-9CFE-17F28F72E670}">
          <p14:sldIdLst>
            <p14:sldId id="277"/>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6615A0-7A81-4EC8-B1DC-73F68C56FC22}" v="15" dt="2026-03-11T05:52:05.49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0" d="100"/>
          <a:sy n="40" d="100"/>
        </p:scale>
        <p:origin x="72" y="372"/>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5000" b="1" i="0">
                <a:solidFill>
                  <a:schemeClr val="tx1"/>
                </a:solidFill>
                <a:latin typeface="Calibri"/>
                <a:cs typeface="Calibri"/>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3/11/2026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000" b="1"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3/11/2026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000" b="1" i="0">
                <a:solidFill>
                  <a:schemeClr val="tx1"/>
                </a:solidFill>
                <a:latin typeface="Calibri"/>
                <a:cs typeface="Calibri"/>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3/11/2026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000" b="1"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3/11/2026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3/11/2026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262397" y="263508"/>
            <a:ext cx="15763205" cy="1345711"/>
          </a:xfrm>
          <a:prstGeom prst="rect">
            <a:avLst/>
          </a:prstGeom>
        </p:spPr>
        <p:txBody>
          <a:bodyPr wrap="square" lIns="0" tIns="0" rIns="0" bIns="0">
            <a:spAutoFit/>
          </a:bodyPr>
          <a:lstStyle>
            <a:lvl1pPr>
              <a:defRPr sz="5000" b="1" i="0">
                <a:solidFill>
                  <a:schemeClr val="tx1"/>
                </a:solidFill>
                <a:latin typeface="Calibri"/>
                <a:cs typeface="Calibri"/>
              </a:defRPr>
            </a:lvl1pPr>
          </a:lstStyle>
          <a:p>
            <a:endParaRPr/>
          </a:p>
        </p:txBody>
      </p:sp>
      <p:sp>
        <p:nvSpPr>
          <p:cNvPr id="3" name="Holder 3"/>
          <p:cNvSpPr>
            <a:spLocks noGrp="1"/>
          </p:cNvSpPr>
          <p:nvPr>
            <p:ph type="body" idx="1"/>
          </p:nvPr>
        </p:nvSpPr>
        <p:spPr>
          <a:xfrm>
            <a:off x="3040767" y="5090384"/>
            <a:ext cx="14991715" cy="4404995"/>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3/11/2026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5.png"/><Relationship Id="rId7"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9.jpeg"/><Relationship Id="rId4" Type="http://schemas.openxmlformats.org/officeDocument/2006/relationships/image" Target="../media/image6.png"/><Relationship Id="rId9" Type="http://schemas.openxmlformats.org/officeDocument/2006/relationships/image" Target="../media/image3.png"/></Relationships>
</file>

<file path=ppt/slides/_rels/slide3.xml.rels><?xml version="1.0" encoding="UTF-8" standalone="yes"?>
<Relationships xmlns="http://schemas.openxmlformats.org/package/2006/relationships"><Relationship Id="rId13" Type="http://schemas.openxmlformats.org/officeDocument/2006/relationships/image" Target="../media/image21.png"/><Relationship Id="rId18" Type="http://schemas.openxmlformats.org/officeDocument/2006/relationships/image" Target="../media/image26.png"/><Relationship Id="rId26" Type="http://schemas.openxmlformats.org/officeDocument/2006/relationships/image" Target="../media/image34.png"/><Relationship Id="rId3" Type="http://schemas.openxmlformats.org/officeDocument/2006/relationships/image" Target="../media/image11.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33" Type="http://schemas.openxmlformats.org/officeDocument/2006/relationships/image" Target="../media/image41.png"/><Relationship Id="rId2" Type="http://schemas.openxmlformats.org/officeDocument/2006/relationships/image" Target="../media/image10.png"/><Relationship Id="rId16" Type="http://schemas.openxmlformats.org/officeDocument/2006/relationships/image" Target="../media/image24.png"/><Relationship Id="rId20" Type="http://schemas.openxmlformats.org/officeDocument/2006/relationships/image" Target="../media/image28.png"/><Relationship Id="rId29"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2.png"/><Relationship Id="rId32" Type="http://schemas.openxmlformats.org/officeDocument/2006/relationships/image" Target="../media/image40.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28" Type="http://schemas.openxmlformats.org/officeDocument/2006/relationships/image" Target="../media/image36.png"/><Relationship Id="rId10" Type="http://schemas.openxmlformats.org/officeDocument/2006/relationships/image" Target="../media/image18.png"/><Relationship Id="rId19" Type="http://schemas.openxmlformats.org/officeDocument/2006/relationships/image" Target="../media/image27.png"/><Relationship Id="rId31" Type="http://schemas.openxmlformats.org/officeDocument/2006/relationships/image" Target="../media/image39.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png"/><Relationship Id="rId30" Type="http://schemas.openxmlformats.org/officeDocument/2006/relationships/image" Target="../media/image38.png"/><Relationship Id="rId8" Type="http://schemas.openxmlformats.org/officeDocument/2006/relationships/image" Target="../media/image16.png"/></Relationships>
</file>

<file path=ppt/slides/_rels/slide4.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3.png"/><Relationship Id="rId18" Type="http://schemas.openxmlformats.org/officeDocument/2006/relationships/image" Target="../media/image58.png"/><Relationship Id="rId3" Type="http://schemas.openxmlformats.org/officeDocument/2006/relationships/image" Target="../media/image43.png"/><Relationship Id="rId7" Type="http://schemas.openxmlformats.org/officeDocument/2006/relationships/image" Target="../media/image47.png"/><Relationship Id="rId12" Type="http://schemas.openxmlformats.org/officeDocument/2006/relationships/image" Target="../media/image52.png"/><Relationship Id="rId17" Type="http://schemas.openxmlformats.org/officeDocument/2006/relationships/image" Target="../media/image57.png"/><Relationship Id="rId2" Type="http://schemas.openxmlformats.org/officeDocument/2006/relationships/image" Target="../media/image42.png"/><Relationship Id="rId16" Type="http://schemas.openxmlformats.org/officeDocument/2006/relationships/image" Target="../media/image56.png"/><Relationship Id="rId20"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46.png"/><Relationship Id="rId11" Type="http://schemas.openxmlformats.org/officeDocument/2006/relationships/image" Target="../media/image51.png"/><Relationship Id="rId5" Type="http://schemas.openxmlformats.org/officeDocument/2006/relationships/image" Target="../media/image45.png"/><Relationship Id="rId15" Type="http://schemas.openxmlformats.org/officeDocument/2006/relationships/image" Target="../media/image55.png"/><Relationship Id="rId10" Type="http://schemas.openxmlformats.org/officeDocument/2006/relationships/image" Target="../media/image50.png"/><Relationship Id="rId19" Type="http://schemas.openxmlformats.org/officeDocument/2006/relationships/image" Target="../media/image59.png"/><Relationship Id="rId4" Type="http://schemas.openxmlformats.org/officeDocument/2006/relationships/image" Target="../media/image44.png"/><Relationship Id="rId9" Type="http://schemas.openxmlformats.org/officeDocument/2006/relationships/image" Target="../media/image49.png"/><Relationship Id="rId14" Type="http://schemas.openxmlformats.org/officeDocument/2006/relationships/image" Target="../media/image54.png"/></Relationships>
</file>

<file path=ppt/slides/_rels/slide5.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image" Target="../media/image68.png"/><Relationship Id="rId18" Type="http://schemas.openxmlformats.org/officeDocument/2006/relationships/image" Target="../media/image53.png"/><Relationship Id="rId26" Type="http://schemas.openxmlformats.org/officeDocument/2006/relationships/image" Target="../media/image69.jpeg"/><Relationship Id="rId3" Type="http://schemas.openxmlformats.org/officeDocument/2006/relationships/image" Target="../media/image62.png"/><Relationship Id="rId21" Type="http://schemas.openxmlformats.org/officeDocument/2006/relationships/image" Target="../media/image56.png"/><Relationship Id="rId7" Type="http://schemas.openxmlformats.org/officeDocument/2006/relationships/image" Target="../media/image64.png"/><Relationship Id="rId12" Type="http://schemas.openxmlformats.org/officeDocument/2006/relationships/image" Target="../media/image18.png"/><Relationship Id="rId17" Type="http://schemas.openxmlformats.org/officeDocument/2006/relationships/image" Target="../media/image51.png"/><Relationship Id="rId25" Type="http://schemas.openxmlformats.org/officeDocument/2006/relationships/image" Target="../media/image60.png"/><Relationship Id="rId2" Type="http://schemas.openxmlformats.org/officeDocument/2006/relationships/image" Target="../media/image61.png"/><Relationship Id="rId16" Type="http://schemas.openxmlformats.org/officeDocument/2006/relationships/image" Target="../media/image52.png"/><Relationship Id="rId20"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59.png"/><Relationship Id="rId5" Type="http://schemas.openxmlformats.org/officeDocument/2006/relationships/image" Target="../media/image13.png"/><Relationship Id="rId15" Type="http://schemas.openxmlformats.org/officeDocument/2006/relationships/image" Target="../media/image50.png"/><Relationship Id="rId23" Type="http://schemas.openxmlformats.org/officeDocument/2006/relationships/image" Target="../media/image58.png"/><Relationship Id="rId10" Type="http://schemas.openxmlformats.org/officeDocument/2006/relationships/image" Target="../media/image67.png"/><Relationship Id="rId19" Type="http://schemas.openxmlformats.org/officeDocument/2006/relationships/image" Target="../media/image54.png"/><Relationship Id="rId4" Type="http://schemas.openxmlformats.org/officeDocument/2006/relationships/image" Target="../media/image63.png"/><Relationship Id="rId9" Type="http://schemas.openxmlformats.org/officeDocument/2006/relationships/image" Target="../media/image66.png"/><Relationship Id="rId14" Type="http://schemas.openxmlformats.org/officeDocument/2006/relationships/image" Target="../media/image49.png"/><Relationship Id="rId22" Type="http://schemas.openxmlformats.org/officeDocument/2006/relationships/image" Target="../media/image57.png"/></Relationships>
</file>

<file path=ppt/slides/_rels/slide6.xml.rels><?xml version="1.0" encoding="UTF-8" standalone="yes"?>
<Relationships xmlns="http://schemas.openxmlformats.org/package/2006/relationships"><Relationship Id="rId13" Type="http://schemas.openxmlformats.org/officeDocument/2006/relationships/image" Target="../media/image81.png"/><Relationship Id="rId18" Type="http://schemas.openxmlformats.org/officeDocument/2006/relationships/image" Target="../media/image86.png"/><Relationship Id="rId26" Type="http://schemas.openxmlformats.org/officeDocument/2006/relationships/image" Target="../media/image55.png"/><Relationship Id="rId3" Type="http://schemas.openxmlformats.org/officeDocument/2006/relationships/image" Target="../media/image71.png"/><Relationship Id="rId21" Type="http://schemas.openxmlformats.org/officeDocument/2006/relationships/image" Target="../media/image50.png"/><Relationship Id="rId34" Type="http://schemas.openxmlformats.org/officeDocument/2006/relationships/image" Target="../media/image88.png"/><Relationship Id="rId7" Type="http://schemas.openxmlformats.org/officeDocument/2006/relationships/image" Target="../media/image75.png"/><Relationship Id="rId12" Type="http://schemas.openxmlformats.org/officeDocument/2006/relationships/image" Target="../media/image80.png"/><Relationship Id="rId17" Type="http://schemas.openxmlformats.org/officeDocument/2006/relationships/image" Target="../media/image85.png"/><Relationship Id="rId25" Type="http://schemas.openxmlformats.org/officeDocument/2006/relationships/image" Target="../media/image54.png"/><Relationship Id="rId33" Type="http://schemas.openxmlformats.org/officeDocument/2006/relationships/hyperlink" Target="http://127.0.0.1:5000/" TargetMode="External"/><Relationship Id="rId2" Type="http://schemas.openxmlformats.org/officeDocument/2006/relationships/image" Target="../media/image70.png"/><Relationship Id="rId16" Type="http://schemas.openxmlformats.org/officeDocument/2006/relationships/image" Target="../media/image84.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74.png"/><Relationship Id="rId11" Type="http://schemas.openxmlformats.org/officeDocument/2006/relationships/image" Target="../media/image79.png"/><Relationship Id="rId24" Type="http://schemas.openxmlformats.org/officeDocument/2006/relationships/image" Target="../media/image53.png"/><Relationship Id="rId32" Type="http://schemas.openxmlformats.org/officeDocument/2006/relationships/hyperlink" Target="https://github.com/yourusername/ids-ips-ml.git" TargetMode="External"/><Relationship Id="rId5" Type="http://schemas.openxmlformats.org/officeDocument/2006/relationships/image" Target="../media/image73.png"/><Relationship Id="rId15" Type="http://schemas.openxmlformats.org/officeDocument/2006/relationships/image" Target="../media/image83.png"/><Relationship Id="rId23" Type="http://schemas.openxmlformats.org/officeDocument/2006/relationships/image" Target="../media/image51.png"/><Relationship Id="rId28" Type="http://schemas.openxmlformats.org/officeDocument/2006/relationships/image" Target="../media/image57.png"/><Relationship Id="rId36" Type="http://schemas.openxmlformats.org/officeDocument/2006/relationships/image" Target="../media/image90.png"/><Relationship Id="rId10" Type="http://schemas.openxmlformats.org/officeDocument/2006/relationships/image" Target="../media/image78.png"/><Relationship Id="rId19" Type="http://schemas.openxmlformats.org/officeDocument/2006/relationships/image" Target="../media/image87.png"/><Relationship Id="rId31" Type="http://schemas.openxmlformats.org/officeDocument/2006/relationships/image" Target="../media/image60.png"/><Relationship Id="rId4" Type="http://schemas.openxmlformats.org/officeDocument/2006/relationships/image" Target="../media/image72.png"/><Relationship Id="rId9" Type="http://schemas.openxmlformats.org/officeDocument/2006/relationships/image" Target="../media/image77.png"/><Relationship Id="rId14" Type="http://schemas.openxmlformats.org/officeDocument/2006/relationships/image" Target="../media/image82.png"/><Relationship Id="rId22" Type="http://schemas.openxmlformats.org/officeDocument/2006/relationships/image" Target="../media/image52.png"/><Relationship Id="rId27" Type="http://schemas.openxmlformats.org/officeDocument/2006/relationships/image" Target="../media/image56.png"/><Relationship Id="rId30" Type="http://schemas.openxmlformats.org/officeDocument/2006/relationships/image" Target="../media/image59.png"/><Relationship Id="rId35" Type="http://schemas.openxmlformats.org/officeDocument/2006/relationships/image" Target="../media/image89.png"/><Relationship Id="rId8" Type="http://schemas.openxmlformats.org/officeDocument/2006/relationships/image" Target="../media/image76.png"/></Relationships>
</file>

<file path=ppt/slides/_rels/slide7.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jpg"/><Relationship Id="rId1" Type="http://schemas.openxmlformats.org/officeDocument/2006/relationships/slideLayout" Target="../slideLayouts/slideLayout5.xml"/><Relationship Id="rId5" Type="http://schemas.openxmlformats.org/officeDocument/2006/relationships/image" Target="../media/image94.png"/><Relationship Id="rId4" Type="http://schemas.openxmlformats.org/officeDocument/2006/relationships/image" Target="../media/image93.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4" name="object 2">
            <a:extLst>
              <a:ext uri="{FF2B5EF4-FFF2-40B4-BE49-F238E27FC236}">
                <a16:creationId xmlns:a16="http://schemas.microsoft.com/office/drawing/2014/main" id="{47D67FC3-76BE-6DDC-FDD0-15A051BE7B9E}"/>
              </a:ext>
            </a:extLst>
          </p:cNvPr>
          <p:cNvGrpSpPr/>
          <p:nvPr/>
        </p:nvGrpSpPr>
        <p:grpSpPr>
          <a:xfrm>
            <a:off x="0" y="7451394"/>
            <a:ext cx="1861185" cy="2835910"/>
            <a:chOff x="0" y="7451394"/>
            <a:chExt cx="1861185" cy="2835910"/>
          </a:xfrm>
        </p:grpSpPr>
        <p:sp>
          <p:nvSpPr>
            <p:cNvPr id="35" name="object 3">
              <a:extLst>
                <a:ext uri="{FF2B5EF4-FFF2-40B4-BE49-F238E27FC236}">
                  <a16:creationId xmlns:a16="http://schemas.microsoft.com/office/drawing/2014/main" id="{0C46251E-15E4-0354-DB65-C0492B2C02EF}"/>
                </a:ext>
              </a:extLst>
            </p:cNvPr>
            <p:cNvSpPr/>
            <p:nvPr/>
          </p:nvSpPr>
          <p:spPr>
            <a:xfrm>
              <a:off x="0" y="7451407"/>
              <a:ext cx="1861185" cy="2835910"/>
            </a:xfrm>
            <a:custGeom>
              <a:avLst/>
              <a:gdLst/>
              <a:ahLst/>
              <a:cxnLst/>
              <a:rect l="l" t="t" r="r" b="b"/>
              <a:pathLst>
                <a:path w="1861185" h="2835909">
                  <a:moveTo>
                    <a:pt x="743470" y="2835605"/>
                  </a:moveTo>
                  <a:lnTo>
                    <a:pt x="0" y="1736128"/>
                  </a:lnTo>
                  <a:lnTo>
                    <a:pt x="0" y="2835605"/>
                  </a:lnTo>
                  <a:lnTo>
                    <a:pt x="743470" y="2835605"/>
                  </a:lnTo>
                  <a:close/>
                </a:path>
                <a:path w="1861185" h="2835909">
                  <a:moveTo>
                    <a:pt x="1860956" y="2835605"/>
                  </a:moveTo>
                  <a:lnTo>
                    <a:pt x="0" y="0"/>
                  </a:lnTo>
                  <a:lnTo>
                    <a:pt x="0" y="78854"/>
                  </a:lnTo>
                  <a:lnTo>
                    <a:pt x="1809115" y="2835605"/>
                  </a:lnTo>
                  <a:lnTo>
                    <a:pt x="1860956" y="2835605"/>
                  </a:lnTo>
                  <a:close/>
                </a:path>
              </a:pathLst>
            </a:custGeom>
            <a:solidFill>
              <a:srgbClr val="9AD9E8"/>
            </a:solidFill>
          </p:spPr>
          <p:txBody>
            <a:bodyPr wrap="square" lIns="0" tIns="0" rIns="0" bIns="0" rtlCol="0"/>
            <a:lstStyle/>
            <a:p>
              <a:endParaRPr dirty="0"/>
            </a:p>
          </p:txBody>
        </p:sp>
        <p:sp>
          <p:nvSpPr>
            <p:cNvPr id="36" name="object 4">
              <a:extLst>
                <a:ext uri="{FF2B5EF4-FFF2-40B4-BE49-F238E27FC236}">
                  <a16:creationId xmlns:a16="http://schemas.microsoft.com/office/drawing/2014/main" id="{DBEFE35F-EE1E-F25E-CC12-162785AECD29}"/>
                </a:ext>
              </a:extLst>
            </p:cNvPr>
            <p:cNvSpPr/>
            <p:nvPr/>
          </p:nvSpPr>
          <p:spPr>
            <a:xfrm>
              <a:off x="383667" y="10252913"/>
              <a:ext cx="988060" cy="34290"/>
            </a:xfrm>
            <a:custGeom>
              <a:avLst/>
              <a:gdLst/>
              <a:ahLst/>
              <a:cxnLst/>
              <a:rect l="l" t="t" r="r" b="b"/>
              <a:pathLst>
                <a:path w="988060" h="34290">
                  <a:moveTo>
                    <a:pt x="142468" y="34099"/>
                  </a:moveTo>
                  <a:lnTo>
                    <a:pt x="138264" y="27851"/>
                  </a:lnTo>
                  <a:lnTo>
                    <a:pt x="108115" y="7480"/>
                  </a:lnTo>
                  <a:lnTo>
                    <a:pt x="71196" y="0"/>
                  </a:lnTo>
                  <a:lnTo>
                    <a:pt x="34366" y="7480"/>
                  </a:lnTo>
                  <a:lnTo>
                    <a:pt x="4216" y="27851"/>
                  </a:lnTo>
                  <a:lnTo>
                    <a:pt x="0" y="34099"/>
                  </a:lnTo>
                  <a:lnTo>
                    <a:pt x="142468" y="34099"/>
                  </a:lnTo>
                  <a:close/>
                </a:path>
                <a:path w="988060" h="34290">
                  <a:moveTo>
                    <a:pt x="424078" y="34099"/>
                  </a:moveTo>
                  <a:lnTo>
                    <a:pt x="419862" y="27851"/>
                  </a:lnTo>
                  <a:lnTo>
                    <a:pt x="389712" y="7480"/>
                  </a:lnTo>
                  <a:lnTo>
                    <a:pt x="352882" y="0"/>
                  </a:lnTo>
                  <a:lnTo>
                    <a:pt x="316052" y="7480"/>
                  </a:lnTo>
                  <a:lnTo>
                    <a:pt x="285902" y="27851"/>
                  </a:lnTo>
                  <a:lnTo>
                    <a:pt x="281673" y="34099"/>
                  </a:lnTo>
                  <a:lnTo>
                    <a:pt x="424078" y="34099"/>
                  </a:lnTo>
                  <a:close/>
                </a:path>
                <a:path w="988060" h="34290">
                  <a:moveTo>
                    <a:pt x="705840" y="34099"/>
                  </a:moveTo>
                  <a:lnTo>
                    <a:pt x="701624" y="27851"/>
                  </a:lnTo>
                  <a:lnTo>
                    <a:pt x="671487" y="7480"/>
                  </a:lnTo>
                  <a:lnTo>
                    <a:pt x="634568" y="0"/>
                  </a:lnTo>
                  <a:lnTo>
                    <a:pt x="597738" y="7480"/>
                  </a:lnTo>
                  <a:lnTo>
                    <a:pt x="567575" y="27851"/>
                  </a:lnTo>
                  <a:lnTo>
                    <a:pt x="563359" y="34099"/>
                  </a:lnTo>
                  <a:lnTo>
                    <a:pt x="705840" y="34099"/>
                  </a:lnTo>
                  <a:close/>
                </a:path>
                <a:path w="988060" h="34290">
                  <a:moveTo>
                    <a:pt x="987450" y="34099"/>
                  </a:moveTo>
                  <a:lnTo>
                    <a:pt x="983221" y="27851"/>
                  </a:lnTo>
                  <a:lnTo>
                    <a:pt x="953071" y="7480"/>
                  </a:lnTo>
                  <a:lnTo>
                    <a:pt x="916241" y="0"/>
                  </a:lnTo>
                  <a:lnTo>
                    <a:pt x="879411" y="7480"/>
                  </a:lnTo>
                  <a:lnTo>
                    <a:pt x="849261" y="27851"/>
                  </a:lnTo>
                  <a:lnTo>
                    <a:pt x="845045" y="34099"/>
                  </a:lnTo>
                  <a:lnTo>
                    <a:pt x="987450" y="34099"/>
                  </a:lnTo>
                  <a:close/>
                </a:path>
              </a:pathLst>
            </a:custGeom>
            <a:solidFill>
              <a:srgbClr val="56C2D0"/>
            </a:solidFill>
          </p:spPr>
          <p:txBody>
            <a:bodyPr wrap="square" lIns="0" tIns="0" rIns="0" bIns="0" rtlCol="0"/>
            <a:lstStyle/>
            <a:p>
              <a:endParaRPr/>
            </a:p>
          </p:txBody>
        </p:sp>
        <p:pic>
          <p:nvPicPr>
            <p:cNvPr id="37" name="object 5">
              <a:extLst>
                <a:ext uri="{FF2B5EF4-FFF2-40B4-BE49-F238E27FC236}">
                  <a16:creationId xmlns:a16="http://schemas.microsoft.com/office/drawing/2014/main" id="{87208857-A4A0-8E2C-5EE9-10946F619AE0}"/>
                </a:ext>
              </a:extLst>
            </p:cNvPr>
            <p:cNvPicPr/>
            <p:nvPr/>
          </p:nvPicPr>
          <p:blipFill>
            <a:blip r:embed="rId2" cstate="print"/>
            <a:stretch>
              <a:fillRect/>
            </a:stretch>
          </p:blipFill>
          <p:spPr>
            <a:xfrm>
              <a:off x="1205084" y="9981402"/>
              <a:ext cx="189664" cy="179487"/>
            </a:xfrm>
            <a:prstGeom prst="rect">
              <a:avLst/>
            </a:prstGeom>
          </p:spPr>
        </p:pic>
        <p:pic>
          <p:nvPicPr>
            <p:cNvPr id="38" name="object 6">
              <a:extLst>
                <a:ext uri="{FF2B5EF4-FFF2-40B4-BE49-F238E27FC236}">
                  <a16:creationId xmlns:a16="http://schemas.microsoft.com/office/drawing/2014/main" id="{8189C372-5DF6-B58B-E664-B91944D2472D}"/>
                </a:ext>
              </a:extLst>
            </p:cNvPr>
            <p:cNvPicPr/>
            <p:nvPr/>
          </p:nvPicPr>
          <p:blipFill>
            <a:blip r:embed="rId3" cstate="print"/>
            <a:stretch>
              <a:fillRect/>
            </a:stretch>
          </p:blipFill>
          <p:spPr>
            <a:xfrm>
              <a:off x="923403" y="9981402"/>
              <a:ext cx="189664" cy="179487"/>
            </a:xfrm>
            <a:prstGeom prst="rect">
              <a:avLst/>
            </a:prstGeom>
          </p:spPr>
        </p:pic>
        <p:pic>
          <p:nvPicPr>
            <p:cNvPr id="39" name="object 7">
              <a:extLst>
                <a:ext uri="{FF2B5EF4-FFF2-40B4-BE49-F238E27FC236}">
                  <a16:creationId xmlns:a16="http://schemas.microsoft.com/office/drawing/2014/main" id="{6BD69BC5-B9C4-7776-DDD5-A03F082694A0}"/>
                </a:ext>
              </a:extLst>
            </p:cNvPr>
            <p:cNvPicPr/>
            <p:nvPr/>
          </p:nvPicPr>
          <p:blipFill>
            <a:blip r:embed="rId2" cstate="print"/>
            <a:stretch>
              <a:fillRect/>
            </a:stretch>
          </p:blipFill>
          <p:spPr>
            <a:xfrm>
              <a:off x="641721" y="9981402"/>
              <a:ext cx="189664" cy="179487"/>
            </a:xfrm>
            <a:prstGeom prst="rect">
              <a:avLst/>
            </a:prstGeom>
          </p:spPr>
        </p:pic>
        <p:pic>
          <p:nvPicPr>
            <p:cNvPr id="40" name="object 8">
              <a:extLst>
                <a:ext uri="{FF2B5EF4-FFF2-40B4-BE49-F238E27FC236}">
                  <a16:creationId xmlns:a16="http://schemas.microsoft.com/office/drawing/2014/main" id="{BA02D3A4-FA26-2163-AF46-D2E8D51292D6}"/>
                </a:ext>
              </a:extLst>
            </p:cNvPr>
            <p:cNvPicPr/>
            <p:nvPr/>
          </p:nvPicPr>
          <p:blipFill>
            <a:blip r:embed="rId4" cstate="print"/>
            <a:stretch>
              <a:fillRect/>
            </a:stretch>
          </p:blipFill>
          <p:spPr>
            <a:xfrm>
              <a:off x="370433" y="9981402"/>
              <a:ext cx="179271" cy="179487"/>
            </a:xfrm>
            <a:prstGeom prst="rect">
              <a:avLst/>
            </a:prstGeom>
          </p:spPr>
        </p:pic>
      </p:grpSp>
      <p:sp>
        <p:nvSpPr>
          <p:cNvPr id="41" name="object 11">
            <a:extLst>
              <a:ext uri="{FF2B5EF4-FFF2-40B4-BE49-F238E27FC236}">
                <a16:creationId xmlns:a16="http://schemas.microsoft.com/office/drawing/2014/main" id="{72576464-6045-C56E-834B-82CBAD90713B}"/>
              </a:ext>
            </a:extLst>
          </p:cNvPr>
          <p:cNvSpPr/>
          <p:nvPr/>
        </p:nvSpPr>
        <p:spPr>
          <a:xfrm>
            <a:off x="16613568" y="7468730"/>
            <a:ext cx="1674495" cy="2818130"/>
          </a:xfrm>
          <a:custGeom>
            <a:avLst/>
            <a:gdLst/>
            <a:ahLst/>
            <a:cxnLst/>
            <a:rect l="l" t="t" r="r" b="b"/>
            <a:pathLst>
              <a:path w="1674494" h="2818129">
                <a:moveTo>
                  <a:pt x="745020" y="0"/>
                </a:moveTo>
                <a:lnTo>
                  <a:pt x="0" y="0"/>
                </a:lnTo>
                <a:lnTo>
                  <a:pt x="0" y="43180"/>
                </a:lnTo>
                <a:lnTo>
                  <a:pt x="0" y="2818130"/>
                </a:lnTo>
                <a:lnTo>
                  <a:pt x="43294" y="2818130"/>
                </a:lnTo>
                <a:lnTo>
                  <a:pt x="43294" y="43180"/>
                </a:lnTo>
                <a:lnTo>
                  <a:pt x="745020" y="43180"/>
                </a:lnTo>
                <a:lnTo>
                  <a:pt x="745020" y="0"/>
                </a:lnTo>
                <a:close/>
              </a:path>
              <a:path w="1674494" h="2818129">
                <a:moveTo>
                  <a:pt x="1674418" y="308610"/>
                </a:moveTo>
                <a:lnTo>
                  <a:pt x="426529" y="308610"/>
                </a:lnTo>
                <a:lnTo>
                  <a:pt x="426529" y="351790"/>
                </a:lnTo>
                <a:lnTo>
                  <a:pt x="426529" y="2711450"/>
                </a:lnTo>
                <a:lnTo>
                  <a:pt x="426529" y="2754630"/>
                </a:lnTo>
                <a:lnTo>
                  <a:pt x="1674418" y="2754630"/>
                </a:lnTo>
                <a:lnTo>
                  <a:pt x="1674418" y="2711450"/>
                </a:lnTo>
                <a:lnTo>
                  <a:pt x="469823" y="2711450"/>
                </a:lnTo>
                <a:lnTo>
                  <a:pt x="469823" y="351790"/>
                </a:lnTo>
                <a:lnTo>
                  <a:pt x="1674418" y="351790"/>
                </a:lnTo>
                <a:lnTo>
                  <a:pt x="1674418" y="308610"/>
                </a:lnTo>
                <a:close/>
              </a:path>
            </a:pathLst>
          </a:custGeom>
          <a:solidFill>
            <a:srgbClr val="56C2D0"/>
          </a:solidFill>
        </p:spPr>
        <p:txBody>
          <a:bodyPr wrap="square" lIns="0" tIns="0" rIns="0" bIns="0" rtlCol="0"/>
          <a:lstStyle/>
          <a:p>
            <a:endParaRPr/>
          </a:p>
        </p:txBody>
      </p:sp>
      <p:sp>
        <p:nvSpPr>
          <p:cNvPr id="3" name="TextBox 2">
            <a:extLst>
              <a:ext uri="{FF2B5EF4-FFF2-40B4-BE49-F238E27FC236}">
                <a16:creationId xmlns:a16="http://schemas.microsoft.com/office/drawing/2014/main" id="{03482B4E-4B61-6B96-D5A5-21D9E701720E}"/>
              </a:ext>
            </a:extLst>
          </p:cNvPr>
          <p:cNvSpPr txBox="1"/>
          <p:nvPr/>
        </p:nvSpPr>
        <p:spPr>
          <a:xfrm>
            <a:off x="3593432" y="4956828"/>
            <a:ext cx="13619746" cy="1569660"/>
          </a:xfrm>
          <a:prstGeom prst="rect">
            <a:avLst/>
          </a:prstGeom>
          <a:noFill/>
        </p:spPr>
        <p:txBody>
          <a:bodyPr wrap="square">
            <a:spAutoFit/>
          </a:bodyPr>
          <a:lstStyle/>
          <a:p>
            <a:pPr algn="just"/>
            <a:r>
              <a:rPr lang="en-IN" sz="9600" dirty="0">
                <a:solidFill>
                  <a:srgbClr val="0070C0"/>
                </a:solidFill>
                <a:latin typeface="Algerian" panose="04020705040A02060702" pitchFamily="82" charset="0"/>
              </a:rPr>
              <a:t>“IDS/IPS with ML”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6410700" y="0"/>
            <a:ext cx="1877695" cy="2860675"/>
            <a:chOff x="16410700" y="0"/>
            <a:chExt cx="1877695" cy="2860675"/>
          </a:xfrm>
        </p:grpSpPr>
        <p:sp>
          <p:nvSpPr>
            <p:cNvPr id="3" name="object 3"/>
            <p:cNvSpPr/>
            <p:nvPr/>
          </p:nvSpPr>
          <p:spPr>
            <a:xfrm>
              <a:off x="16410699" y="11"/>
              <a:ext cx="1877695" cy="2860675"/>
            </a:xfrm>
            <a:custGeom>
              <a:avLst/>
              <a:gdLst/>
              <a:ahLst/>
              <a:cxnLst/>
              <a:rect l="l" t="t" r="r" b="b"/>
              <a:pathLst>
                <a:path w="1877694" h="2860675">
                  <a:moveTo>
                    <a:pt x="1877288" y="2760840"/>
                  </a:moveTo>
                  <a:lnTo>
                    <a:pt x="65481" y="0"/>
                  </a:lnTo>
                  <a:lnTo>
                    <a:pt x="0" y="0"/>
                  </a:lnTo>
                  <a:lnTo>
                    <a:pt x="1877288" y="2860484"/>
                  </a:lnTo>
                  <a:lnTo>
                    <a:pt x="1877288" y="2760840"/>
                  </a:lnTo>
                  <a:close/>
                </a:path>
                <a:path w="1877694" h="2860675">
                  <a:moveTo>
                    <a:pt x="1877288" y="0"/>
                  </a:moveTo>
                  <a:lnTo>
                    <a:pt x="1376349" y="0"/>
                  </a:lnTo>
                  <a:lnTo>
                    <a:pt x="1877288" y="740803"/>
                  </a:lnTo>
                  <a:lnTo>
                    <a:pt x="1877288" y="0"/>
                  </a:lnTo>
                  <a:close/>
                </a:path>
              </a:pathLst>
            </a:custGeom>
            <a:solidFill>
              <a:srgbClr val="9AD9E8"/>
            </a:solidFill>
          </p:spPr>
          <p:txBody>
            <a:bodyPr wrap="square" lIns="0" tIns="0" rIns="0" bIns="0" rtlCol="0"/>
            <a:lstStyle/>
            <a:p>
              <a:endParaRPr/>
            </a:p>
          </p:txBody>
        </p:sp>
        <p:pic>
          <p:nvPicPr>
            <p:cNvPr id="4" name="object 4"/>
            <p:cNvPicPr/>
            <p:nvPr/>
          </p:nvPicPr>
          <p:blipFill>
            <a:blip r:embed="rId2" cstate="print"/>
            <a:stretch>
              <a:fillRect/>
            </a:stretch>
          </p:blipFill>
          <p:spPr>
            <a:xfrm>
              <a:off x="18113006" y="79245"/>
              <a:ext cx="174992" cy="239340"/>
            </a:xfrm>
            <a:prstGeom prst="rect">
              <a:avLst/>
            </a:prstGeom>
          </p:spPr>
        </p:pic>
        <p:pic>
          <p:nvPicPr>
            <p:cNvPr id="5" name="object 5"/>
            <p:cNvPicPr/>
            <p:nvPr/>
          </p:nvPicPr>
          <p:blipFill>
            <a:blip r:embed="rId3" cstate="print"/>
            <a:stretch>
              <a:fillRect/>
            </a:stretch>
          </p:blipFill>
          <p:spPr>
            <a:xfrm>
              <a:off x="18113006" y="434702"/>
              <a:ext cx="174992" cy="239340"/>
            </a:xfrm>
            <a:prstGeom prst="rect">
              <a:avLst/>
            </a:prstGeom>
          </p:spPr>
        </p:pic>
        <p:pic>
          <p:nvPicPr>
            <p:cNvPr id="6" name="object 6"/>
            <p:cNvPicPr/>
            <p:nvPr/>
          </p:nvPicPr>
          <p:blipFill>
            <a:blip r:embed="rId4" cstate="print"/>
            <a:stretch>
              <a:fillRect/>
            </a:stretch>
          </p:blipFill>
          <p:spPr>
            <a:xfrm>
              <a:off x="18113006" y="790161"/>
              <a:ext cx="174992" cy="239340"/>
            </a:xfrm>
            <a:prstGeom prst="rect">
              <a:avLst/>
            </a:prstGeom>
          </p:spPr>
        </p:pic>
        <p:pic>
          <p:nvPicPr>
            <p:cNvPr id="7" name="object 7"/>
            <p:cNvPicPr/>
            <p:nvPr/>
          </p:nvPicPr>
          <p:blipFill>
            <a:blip r:embed="rId5" cstate="print"/>
            <a:stretch>
              <a:fillRect/>
            </a:stretch>
          </p:blipFill>
          <p:spPr>
            <a:xfrm>
              <a:off x="18113006" y="1145619"/>
              <a:ext cx="174992" cy="239340"/>
            </a:xfrm>
            <a:prstGeom prst="rect">
              <a:avLst/>
            </a:prstGeom>
          </p:spPr>
        </p:pic>
        <p:pic>
          <p:nvPicPr>
            <p:cNvPr id="8" name="object 8"/>
            <p:cNvPicPr/>
            <p:nvPr/>
          </p:nvPicPr>
          <p:blipFill>
            <a:blip r:embed="rId2" cstate="print"/>
            <a:stretch>
              <a:fillRect/>
            </a:stretch>
          </p:blipFill>
          <p:spPr>
            <a:xfrm>
              <a:off x="18113006" y="1501076"/>
              <a:ext cx="174992" cy="239340"/>
            </a:xfrm>
            <a:prstGeom prst="rect">
              <a:avLst/>
            </a:prstGeom>
          </p:spPr>
        </p:pic>
        <p:pic>
          <p:nvPicPr>
            <p:cNvPr id="9" name="object 9"/>
            <p:cNvPicPr/>
            <p:nvPr/>
          </p:nvPicPr>
          <p:blipFill>
            <a:blip r:embed="rId6" cstate="print"/>
            <a:stretch>
              <a:fillRect/>
            </a:stretch>
          </p:blipFill>
          <p:spPr>
            <a:xfrm>
              <a:off x="18113006" y="1856534"/>
              <a:ext cx="174992" cy="226498"/>
            </a:xfrm>
            <a:prstGeom prst="rect">
              <a:avLst/>
            </a:prstGeom>
          </p:spPr>
        </p:pic>
      </p:grpSp>
      <p:sp>
        <p:nvSpPr>
          <p:cNvPr id="10" name="object 10"/>
          <p:cNvSpPr/>
          <p:nvPr/>
        </p:nvSpPr>
        <p:spPr>
          <a:xfrm>
            <a:off x="17543885" y="9153109"/>
            <a:ext cx="744220" cy="1134110"/>
          </a:xfrm>
          <a:custGeom>
            <a:avLst/>
            <a:gdLst/>
            <a:ahLst/>
            <a:cxnLst/>
            <a:rect l="l" t="t" r="r" b="b"/>
            <a:pathLst>
              <a:path w="744219" h="1134109">
                <a:moveTo>
                  <a:pt x="51704" y="1133890"/>
                </a:moveTo>
                <a:lnTo>
                  <a:pt x="0" y="1133890"/>
                </a:lnTo>
                <a:lnTo>
                  <a:pt x="744113" y="0"/>
                </a:lnTo>
                <a:lnTo>
                  <a:pt x="744113" y="78796"/>
                </a:lnTo>
                <a:lnTo>
                  <a:pt x="51704" y="1133890"/>
                </a:lnTo>
                <a:close/>
              </a:path>
            </a:pathLst>
          </a:custGeom>
          <a:solidFill>
            <a:srgbClr val="9AD9E8"/>
          </a:solidFill>
        </p:spPr>
        <p:txBody>
          <a:bodyPr wrap="square" lIns="0" tIns="0" rIns="0" bIns="0" rtlCol="0"/>
          <a:lstStyle/>
          <a:p>
            <a:endParaRPr/>
          </a:p>
        </p:txBody>
      </p:sp>
      <p:sp>
        <p:nvSpPr>
          <p:cNvPr id="11" name="object 11"/>
          <p:cNvSpPr/>
          <p:nvPr/>
        </p:nvSpPr>
        <p:spPr>
          <a:xfrm>
            <a:off x="16613568" y="7468730"/>
            <a:ext cx="1674495" cy="2818130"/>
          </a:xfrm>
          <a:custGeom>
            <a:avLst/>
            <a:gdLst/>
            <a:ahLst/>
            <a:cxnLst/>
            <a:rect l="l" t="t" r="r" b="b"/>
            <a:pathLst>
              <a:path w="1674494" h="2818129">
                <a:moveTo>
                  <a:pt x="745020" y="0"/>
                </a:moveTo>
                <a:lnTo>
                  <a:pt x="0" y="0"/>
                </a:lnTo>
                <a:lnTo>
                  <a:pt x="0" y="43180"/>
                </a:lnTo>
                <a:lnTo>
                  <a:pt x="0" y="2818130"/>
                </a:lnTo>
                <a:lnTo>
                  <a:pt x="43294" y="2818130"/>
                </a:lnTo>
                <a:lnTo>
                  <a:pt x="43294" y="43180"/>
                </a:lnTo>
                <a:lnTo>
                  <a:pt x="745020" y="43180"/>
                </a:lnTo>
                <a:lnTo>
                  <a:pt x="745020" y="0"/>
                </a:lnTo>
                <a:close/>
              </a:path>
              <a:path w="1674494" h="2818129">
                <a:moveTo>
                  <a:pt x="1674418" y="308610"/>
                </a:moveTo>
                <a:lnTo>
                  <a:pt x="426529" y="308610"/>
                </a:lnTo>
                <a:lnTo>
                  <a:pt x="426529" y="351790"/>
                </a:lnTo>
                <a:lnTo>
                  <a:pt x="426529" y="2711450"/>
                </a:lnTo>
                <a:lnTo>
                  <a:pt x="426529" y="2754630"/>
                </a:lnTo>
                <a:lnTo>
                  <a:pt x="1674418" y="2754630"/>
                </a:lnTo>
                <a:lnTo>
                  <a:pt x="1674418" y="2711450"/>
                </a:lnTo>
                <a:lnTo>
                  <a:pt x="469823" y="2711450"/>
                </a:lnTo>
                <a:lnTo>
                  <a:pt x="469823" y="351790"/>
                </a:lnTo>
                <a:lnTo>
                  <a:pt x="1674418" y="351790"/>
                </a:lnTo>
                <a:lnTo>
                  <a:pt x="1674418" y="308610"/>
                </a:lnTo>
                <a:close/>
              </a:path>
            </a:pathLst>
          </a:custGeom>
          <a:solidFill>
            <a:srgbClr val="56C2D0"/>
          </a:solidFill>
        </p:spPr>
        <p:txBody>
          <a:bodyPr wrap="square" lIns="0" tIns="0" rIns="0" bIns="0" rtlCol="0"/>
          <a:lstStyle/>
          <a:p>
            <a:endParaRPr/>
          </a:p>
        </p:txBody>
      </p:sp>
      <p:grpSp>
        <p:nvGrpSpPr>
          <p:cNvPr id="12" name="object 12"/>
          <p:cNvGrpSpPr/>
          <p:nvPr/>
        </p:nvGrpSpPr>
        <p:grpSpPr>
          <a:xfrm>
            <a:off x="735549" y="299820"/>
            <a:ext cx="5992495" cy="1773555"/>
            <a:chOff x="735549" y="299820"/>
            <a:chExt cx="5992495" cy="1773555"/>
          </a:xfrm>
        </p:grpSpPr>
        <p:sp>
          <p:nvSpPr>
            <p:cNvPr id="13" name="object 13"/>
            <p:cNvSpPr/>
            <p:nvPr/>
          </p:nvSpPr>
          <p:spPr>
            <a:xfrm>
              <a:off x="735549" y="299820"/>
              <a:ext cx="5992495" cy="1773555"/>
            </a:xfrm>
            <a:custGeom>
              <a:avLst/>
              <a:gdLst/>
              <a:ahLst/>
              <a:cxnLst/>
              <a:rect l="l" t="t" r="r" b="b"/>
              <a:pathLst>
                <a:path w="5992495" h="1773555">
                  <a:moveTo>
                    <a:pt x="5991889" y="1363241"/>
                  </a:moveTo>
                  <a:lnTo>
                    <a:pt x="0" y="1363241"/>
                  </a:lnTo>
                  <a:lnTo>
                    <a:pt x="0" y="0"/>
                  </a:lnTo>
                  <a:lnTo>
                    <a:pt x="5991889" y="0"/>
                  </a:lnTo>
                  <a:lnTo>
                    <a:pt x="5991889" y="1363241"/>
                  </a:lnTo>
                  <a:close/>
                </a:path>
                <a:path w="5992495" h="1773555">
                  <a:moveTo>
                    <a:pt x="343581" y="1773322"/>
                  </a:moveTo>
                  <a:lnTo>
                    <a:pt x="343581" y="1363241"/>
                  </a:lnTo>
                  <a:lnTo>
                    <a:pt x="1011347" y="1363241"/>
                  </a:lnTo>
                  <a:lnTo>
                    <a:pt x="343581" y="1773322"/>
                  </a:lnTo>
                  <a:close/>
                </a:path>
              </a:pathLst>
            </a:custGeom>
            <a:solidFill>
              <a:srgbClr val="9AD9E8"/>
            </a:solidFill>
          </p:spPr>
          <p:txBody>
            <a:bodyPr wrap="square" lIns="0" tIns="0" rIns="0" bIns="0" rtlCol="0"/>
            <a:lstStyle/>
            <a:p>
              <a:endParaRPr/>
            </a:p>
          </p:txBody>
        </p:sp>
        <p:sp>
          <p:nvSpPr>
            <p:cNvPr id="14" name="object 14"/>
            <p:cNvSpPr/>
            <p:nvPr/>
          </p:nvSpPr>
          <p:spPr>
            <a:xfrm>
              <a:off x="817865" y="420323"/>
              <a:ext cx="5829300" cy="1532255"/>
            </a:xfrm>
            <a:custGeom>
              <a:avLst/>
              <a:gdLst/>
              <a:ahLst/>
              <a:cxnLst/>
              <a:rect l="l" t="t" r="r" b="b"/>
              <a:pathLst>
                <a:path w="5829300" h="1532255">
                  <a:moveTo>
                    <a:pt x="343552" y="1122139"/>
                  </a:moveTo>
                  <a:lnTo>
                    <a:pt x="343552" y="1532185"/>
                  </a:lnTo>
                  <a:lnTo>
                    <a:pt x="1011262" y="1122139"/>
                  </a:lnTo>
                </a:path>
                <a:path w="5829300" h="1532255">
                  <a:moveTo>
                    <a:pt x="5829113" y="0"/>
                  </a:moveTo>
                  <a:lnTo>
                    <a:pt x="0" y="0"/>
                  </a:lnTo>
                  <a:lnTo>
                    <a:pt x="0" y="1122139"/>
                  </a:lnTo>
                  <a:lnTo>
                    <a:pt x="343552" y="1122139"/>
                  </a:lnTo>
                </a:path>
              </a:pathLst>
            </a:custGeom>
            <a:ln w="133350">
              <a:solidFill>
                <a:srgbClr val="56C2D0"/>
              </a:solidFill>
            </a:ln>
          </p:spPr>
          <p:txBody>
            <a:bodyPr wrap="square" lIns="0" tIns="0" rIns="0" bIns="0" rtlCol="0"/>
            <a:lstStyle/>
            <a:p>
              <a:endParaRPr/>
            </a:p>
          </p:txBody>
        </p:sp>
        <p:sp>
          <p:nvSpPr>
            <p:cNvPr id="15" name="object 15"/>
            <p:cNvSpPr/>
            <p:nvPr/>
          </p:nvSpPr>
          <p:spPr>
            <a:xfrm>
              <a:off x="1829128" y="1475787"/>
              <a:ext cx="4818380" cy="133350"/>
            </a:xfrm>
            <a:custGeom>
              <a:avLst/>
              <a:gdLst/>
              <a:ahLst/>
              <a:cxnLst/>
              <a:rect l="l" t="t" r="r" b="b"/>
              <a:pathLst>
                <a:path w="4818380" h="133350">
                  <a:moveTo>
                    <a:pt x="0" y="0"/>
                  </a:moveTo>
                  <a:lnTo>
                    <a:pt x="4817851" y="0"/>
                  </a:lnTo>
                  <a:lnTo>
                    <a:pt x="4817851" y="133349"/>
                  </a:lnTo>
                  <a:lnTo>
                    <a:pt x="0" y="133349"/>
                  </a:lnTo>
                  <a:lnTo>
                    <a:pt x="0" y="0"/>
                  </a:lnTo>
                  <a:close/>
                </a:path>
              </a:pathLst>
            </a:custGeom>
            <a:solidFill>
              <a:srgbClr val="56C2D0"/>
            </a:solidFill>
          </p:spPr>
          <p:txBody>
            <a:bodyPr wrap="square" lIns="0" tIns="0" rIns="0" bIns="0" rtlCol="0"/>
            <a:lstStyle/>
            <a:p>
              <a:endParaRPr/>
            </a:p>
          </p:txBody>
        </p:sp>
      </p:grpSp>
      <p:sp>
        <p:nvSpPr>
          <p:cNvPr id="16" name="object 16"/>
          <p:cNvSpPr/>
          <p:nvPr/>
        </p:nvSpPr>
        <p:spPr>
          <a:xfrm>
            <a:off x="17259258" y="7566714"/>
            <a:ext cx="893444" cy="2395220"/>
          </a:xfrm>
          <a:custGeom>
            <a:avLst/>
            <a:gdLst/>
            <a:ahLst/>
            <a:cxnLst/>
            <a:rect l="l" t="t" r="r" b="b"/>
            <a:pathLst>
              <a:path w="893444" h="2395220">
                <a:moveTo>
                  <a:pt x="851237" y="0"/>
                </a:moveTo>
                <a:lnTo>
                  <a:pt x="893017" y="2380138"/>
                </a:lnTo>
                <a:lnTo>
                  <a:pt x="41780" y="2395081"/>
                </a:lnTo>
                <a:lnTo>
                  <a:pt x="0" y="14942"/>
                </a:lnTo>
                <a:lnTo>
                  <a:pt x="851237" y="0"/>
                </a:lnTo>
                <a:close/>
              </a:path>
            </a:pathLst>
          </a:custGeom>
          <a:solidFill>
            <a:srgbClr val="9AD9E8">
              <a:alpha val="50000"/>
            </a:srgbClr>
          </a:solidFill>
        </p:spPr>
        <p:txBody>
          <a:bodyPr wrap="square" lIns="0" tIns="0" rIns="0" bIns="0" rtlCol="0"/>
          <a:lstStyle/>
          <a:p>
            <a:endParaRPr/>
          </a:p>
        </p:txBody>
      </p:sp>
      <p:sp>
        <p:nvSpPr>
          <p:cNvPr id="17" name="object 17"/>
          <p:cNvSpPr txBox="1">
            <a:spLocks noGrp="1"/>
          </p:cNvSpPr>
          <p:nvPr>
            <p:ph type="title"/>
          </p:nvPr>
        </p:nvSpPr>
        <p:spPr>
          <a:xfrm>
            <a:off x="1262397" y="263508"/>
            <a:ext cx="15763205" cy="1148561"/>
          </a:xfrm>
          <a:prstGeom prst="rect">
            <a:avLst/>
          </a:prstGeom>
        </p:spPr>
        <p:txBody>
          <a:bodyPr vert="horz" wrap="square" lIns="0" tIns="314493" rIns="0" bIns="0" rtlCol="0">
            <a:spAutoFit/>
          </a:bodyPr>
          <a:lstStyle/>
          <a:p>
            <a:pPr marL="12700">
              <a:lnSpc>
                <a:spcPct val="100000"/>
              </a:lnSpc>
              <a:spcBef>
                <a:spcPts val="130"/>
              </a:spcBef>
            </a:pPr>
            <a:r>
              <a:rPr lang="en-US" sz="5400" dirty="0">
                <a:latin typeface="Times New Roman"/>
                <a:cs typeface="Times New Roman"/>
              </a:rPr>
              <a:t>Overview</a:t>
            </a:r>
            <a:endParaRPr sz="4900" dirty="0"/>
          </a:p>
        </p:txBody>
      </p:sp>
      <p:sp>
        <p:nvSpPr>
          <p:cNvPr id="19" name="object 19"/>
          <p:cNvSpPr txBox="1"/>
          <p:nvPr/>
        </p:nvSpPr>
        <p:spPr>
          <a:xfrm>
            <a:off x="921015" y="2448347"/>
            <a:ext cx="10969625" cy="5651740"/>
          </a:xfrm>
          <a:prstGeom prst="rect">
            <a:avLst/>
          </a:prstGeom>
        </p:spPr>
        <p:txBody>
          <a:bodyPr vert="horz" wrap="square" lIns="0" tIns="12700" rIns="0" bIns="0" rtlCol="0">
            <a:spAutoFit/>
          </a:bodyPr>
          <a:lstStyle/>
          <a:p>
            <a:pPr marL="12700" algn="just">
              <a:lnSpc>
                <a:spcPct val="150000"/>
              </a:lnSpc>
              <a:spcBef>
                <a:spcPts val="100"/>
              </a:spcBef>
            </a:pPr>
            <a:r>
              <a:rPr lang="en-US" sz="3100" dirty="0">
                <a:latin typeface="Times New Roman"/>
                <a:cs typeface="Times New Roman"/>
              </a:rPr>
              <a:t>IDS/IPS with Machine Learning An Intrusion Detection and Prevention System (IDS/IPS) using Machine Learning is designed to monitor and analyze network traffic to detect cyber threats. The system uses machine learning algorithms to identify malicious or abnormal activities in the network .It helps in detecting attacks, preventing unauthorized access, and improving network security by analyzing patterns in network data and generating alerts when suspicious activity is found.</a:t>
            </a:r>
          </a:p>
        </p:txBody>
      </p:sp>
      <p:grpSp>
        <p:nvGrpSpPr>
          <p:cNvPr id="23" name="object 2">
            <a:extLst>
              <a:ext uri="{FF2B5EF4-FFF2-40B4-BE49-F238E27FC236}">
                <a16:creationId xmlns:a16="http://schemas.microsoft.com/office/drawing/2014/main" id="{E485EFAA-5ACC-D199-8872-F1669155D407}"/>
              </a:ext>
            </a:extLst>
          </p:cNvPr>
          <p:cNvGrpSpPr/>
          <p:nvPr/>
        </p:nvGrpSpPr>
        <p:grpSpPr>
          <a:xfrm>
            <a:off x="0" y="7451394"/>
            <a:ext cx="1861185" cy="2835910"/>
            <a:chOff x="0" y="7451394"/>
            <a:chExt cx="1861185" cy="2835910"/>
          </a:xfrm>
        </p:grpSpPr>
        <p:sp>
          <p:nvSpPr>
            <p:cNvPr id="24" name="object 3">
              <a:extLst>
                <a:ext uri="{FF2B5EF4-FFF2-40B4-BE49-F238E27FC236}">
                  <a16:creationId xmlns:a16="http://schemas.microsoft.com/office/drawing/2014/main" id="{0D727C10-C47D-F5A5-15E8-78DE6BE5B2D3}"/>
                </a:ext>
              </a:extLst>
            </p:cNvPr>
            <p:cNvSpPr/>
            <p:nvPr/>
          </p:nvSpPr>
          <p:spPr>
            <a:xfrm>
              <a:off x="0" y="7451407"/>
              <a:ext cx="1861185" cy="2835910"/>
            </a:xfrm>
            <a:custGeom>
              <a:avLst/>
              <a:gdLst/>
              <a:ahLst/>
              <a:cxnLst/>
              <a:rect l="l" t="t" r="r" b="b"/>
              <a:pathLst>
                <a:path w="1861185" h="2835909">
                  <a:moveTo>
                    <a:pt x="743470" y="2835605"/>
                  </a:moveTo>
                  <a:lnTo>
                    <a:pt x="0" y="1736128"/>
                  </a:lnTo>
                  <a:lnTo>
                    <a:pt x="0" y="2835605"/>
                  </a:lnTo>
                  <a:lnTo>
                    <a:pt x="743470" y="2835605"/>
                  </a:lnTo>
                  <a:close/>
                </a:path>
                <a:path w="1861185" h="2835909">
                  <a:moveTo>
                    <a:pt x="1860956" y="2835605"/>
                  </a:moveTo>
                  <a:lnTo>
                    <a:pt x="0" y="0"/>
                  </a:lnTo>
                  <a:lnTo>
                    <a:pt x="0" y="78854"/>
                  </a:lnTo>
                  <a:lnTo>
                    <a:pt x="1809115" y="2835605"/>
                  </a:lnTo>
                  <a:lnTo>
                    <a:pt x="1860956" y="2835605"/>
                  </a:lnTo>
                  <a:close/>
                </a:path>
              </a:pathLst>
            </a:custGeom>
            <a:solidFill>
              <a:srgbClr val="9AD9E8"/>
            </a:solidFill>
          </p:spPr>
          <p:txBody>
            <a:bodyPr wrap="square" lIns="0" tIns="0" rIns="0" bIns="0" rtlCol="0"/>
            <a:lstStyle/>
            <a:p>
              <a:endParaRPr dirty="0"/>
            </a:p>
          </p:txBody>
        </p:sp>
        <p:sp>
          <p:nvSpPr>
            <p:cNvPr id="25" name="object 4">
              <a:extLst>
                <a:ext uri="{FF2B5EF4-FFF2-40B4-BE49-F238E27FC236}">
                  <a16:creationId xmlns:a16="http://schemas.microsoft.com/office/drawing/2014/main" id="{7A065A89-447B-85F8-530C-D142A801B1EF}"/>
                </a:ext>
              </a:extLst>
            </p:cNvPr>
            <p:cNvSpPr/>
            <p:nvPr/>
          </p:nvSpPr>
          <p:spPr>
            <a:xfrm>
              <a:off x="383667" y="10252913"/>
              <a:ext cx="988060" cy="34290"/>
            </a:xfrm>
            <a:custGeom>
              <a:avLst/>
              <a:gdLst/>
              <a:ahLst/>
              <a:cxnLst/>
              <a:rect l="l" t="t" r="r" b="b"/>
              <a:pathLst>
                <a:path w="988060" h="34290">
                  <a:moveTo>
                    <a:pt x="142468" y="34099"/>
                  </a:moveTo>
                  <a:lnTo>
                    <a:pt x="138264" y="27851"/>
                  </a:lnTo>
                  <a:lnTo>
                    <a:pt x="108115" y="7480"/>
                  </a:lnTo>
                  <a:lnTo>
                    <a:pt x="71196" y="0"/>
                  </a:lnTo>
                  <a:lnTo>
                    <a:pt x="34366" y="7480"/>
                  </a:lnTo>
                  <a:lnTo>
                    <a:pt x="4216" y="27851"/>
                  </a:lnTo>
                  <a:lnTo>
                    <a:pt x="0" y="34099"/>
                  </a:lnTo>
                  <a:lnTo>
                    <a:pt x="142468" y="34099"/>
                  </a:lnTo>
                  <a:close/>
                </a:path>
                <a:path w="988060" h="34290">
                  <a:moveTo>
                    <a:pt x="424078" y="34099"/>
                  </a:moveTo>
                  <a:lnTo>
                    <a:pt x="419862" y="27851"/>
                  </a:lnTo>
                  <a:lnTo>
                    <a:pt x="389712" y="7480"/>
                  </a:lnTo>
                  <a:lnTo>
                    <a:pt x="352882" y="0"/>
                  </a:lnTo>
                  <a:lnTo>
                    <a:pt x="316052" y="7480"/>
                  </a:lnTo>
                  <a:lnTo>
                    <a:pt x="285902" y="27851"/>
                  </a:lnTo>
                  <a:lnTo>
                    <a:pt x="281673" y="34099"/>
                  </a:lnTo>
                  <a:lnTo>
                    <a:pt x="424078" y="34099"/>
                  </a:lnTo>
                  <a:close/>
                </a:path>
                <a:path w="988060" h="34290">
                  <a:moveTo>
                    <a:pt x="705840" y="34099"/>
                  </a:moveTo>
                  <a:lnTo>
                    <a:pt x="701624" y="27851"/>
                  </a:lnTo>
                  <a:lnTo>
                    <a:pt x="671487" y="7480"/>
                  </a:lnTo>
                  <a:lnTo>
                    <a:pt x="634568" y="0"/>
                  </a:lnTo>
                  <a:lnTo>
                    <a:pt x="597738" y="7480"/>
                  </a:lnTo>
                  <a:lnTo>
                    <a:pt x="567575" y="27851"/>
                  </a:lnTo>
                  <a:lnTo>
                    <a:pt x="563359" y="34099"/>
                  </a:lnTo>
                  <a:lnTo>
                    <a:pt x="705840" y="34099"/>
                  </a:lnTo>
                  <a:close/>
                </a:path>
                <a:path w="988060" h="34290">
                  <a:moveTo>
                    <a:pt x="987450" y="34099"/>
                  </a:moveTo>
                  <a:lnTo>
                    <a:pt x="983221" y="27851"/>
                  </a:lnTo>
                  <a:lnTo>
                    <a:pt x="953071" y="7480"/>
                  </a:lnTo>
                  <a:lnTo>
                    <a:pt x="916241" y="0"/>
                  </a:lnTo>
                  <a:lnTo>
                    <a:pt x="879411" y="7480"/>
                  </a:lnTo>
                  <a:lnTo>
                    <a:pt x="849261" y="27851"/>
                  </a:lnTo>
                  <a:lnTo>
                    <a:pt x="845045" y="34099"/>
                  </a:lnTo>
                  <a:lnTo>
                    <a:pt x="987450" y="34099"/>
                  </a:lnTo>
                  <a:close/>
                </a:path>
              </a:pathLst>
            </a:custGeom>
            <a:solidFill>
              <a:srgbClr val="56C2D0"/>
            </a:solidFill>
          </p:spPr>
          <p:txBody>
            <a:bodyPr wrap="square" lIns="0" tIns="0" rIns="0" bIns="0" rtlCol="0"/>
            <a:lstStyle/>
            <a:p>
              <a:endParaRPr/>
            </a:p>
          </p:txBody>
        </p:sp>
        <p:pic>
          <p:nvPicPr>
            <p:cNvPr id="26" name="object 5">
              <a:extLst>
                <a:ext uri="{FF2B5EF4-FFF2-40B4-BE49-F238E27FC236}">
                  <a16:creationId xmlns:a16="http://schemas.microsoft.com/office/drawing/2014/main" id="{0E47701D-FEDD-E6F6-D671-0D6E672D1B44}"/>
                </a:ext>
              </a:extLst>
            </p:cNvPr>
            <p:cNvPicPr/>
            <p:nvPr/>
          </p:nvPicPr>
          <p:blipFill>
            <a:blip r:embed="rId7" cstate="print"/>
            <a:stretch>
              <a:fillRect/>
            </a:stretch>
          </p:blipFill>
          <p:spPr>
            <a:xfrm>
              <a:off x="1205084" y="9981402"/>
              <a:ext cx="189664" cy="179487"/>
            </a:xfrm>
            <a:prstGeom prst="rect">
              <a:avLst/>
            </a:prstGeom>
          </p:spPr>
        </p:pic>
        <p:pic>
          <p:nvPicPr>
            <p:cNvPr id="27" name="object 6">
              <a:extLst>
                <a:ext uri="{FF2B5EF4-FFF2-40B4-BE49-F238E27FC236}">
                  <a16:creationId xmlns:a16="http://schemas.microsoft.com/office/drawing/2014/main" id="{C1F41D93-1751-E957-1357-28962A6D4B2D}"/>
                </a:ext>
              </a:extLst>
            </p:cNvPr>
            <p:cNvPicPr/>
            <p:nvPr/>
          </p:nvPicPr>
          <p:blipFill>
            <a:blip r:embed="rId8" cstate="print"/>
            <a:stretch>
              <a:fillRect/>
            </a:stretch>
          </p:blipFill>
          <p:spPr>
            <a:xfrm>
              <a:off x="923403" y="9981402"/>
              <a:ext cx="189664" cy="179487"/>
            </a:xfrm>
            <a:prstGeom prst="rect">
              <a:avLst/>
            </a:prstGeom>
          </p:spPr>
        </p:pic>
        <p:pic>
          <p:nvPicPr>
            <p:cNvPr id="28" name="object 7">
              <a:extLst>
                <a:ext uri="{FF2B5EF4-FFF2-40B4-BE49-F238E27FC236}">
                  <a16:creationId xmlns:a16="http://schemas.microsoft.com/office/drawing/2014/main" id="{579B5F5B-21F4-42B7-AB86-3601D59B61F2}"/>
                </a:ext>
              </a:extLst>
            </p:cNvPr>
            <p:cNvPicPr/>
            <p:nvPr/>
          </p:nvPicPr>
          <p:blipFill>
            <a:blip r:embed="rId7" cstate="print"/>
            <a:stretch>
              <a:fillRect/>
            </a:stretch>
          </p:blipFill>
          <p:spPr>
            <a:xfrm>
              <a:off x="641721" y="9981402"/>
              <a:ext cx="189664" cy="179487"/>
            </a:xfrm>
            <a:prstGeom prst="rect">
              <a:avLst/>
            </a:prstGeom>
          </p:spPr>
        </p:pic>
        <p:pic>
          <p:nvPicPr>
            <p:cNvPr id="29" name="object 8">
              <a:extLst>
                <a:ext uri="{FF2B5EF4-FFF2-40B4-BE49-F238E27FC236}">
                  <a16:creationId xmlns:a16="http://schemas.microsoft.com/office/drawing/2014/main" id="{25ACBB42-CF40-1CBC-3C23-F5993466BE14}"/>
                </a:ext>
              </a:extLst>
            </p:cNvPr>
            <p:cNvPicPr/>
            <p:nvPr/>
          </p:nvPicPr>
          <p:blipFill>
            <a:blip r:embed="rId9" cstate="print"/>
            <a:stretch>
              <a:fillRect/>
            </a:stretch>
          </p:blipFill>
          <p:spPr>
            <a:xfrm>
              <a:off x="370433" y="9981402"/>
              <a:ext cx="179271" cy="179487"/>
            </a:xfrm>
            <a:prstGeom prst="rect">
              <a:avLst/>
            </a:prstGeom>
          </p:spPr>
        </p:pic>
      </p:grpSp>
      <p:pic>
        <p:nvPicPr>
          <p:cNvPr id="20" name="Picture 19">
            <a:extLst>
              <a:ext uri="{FF2B5EF4-FFF2-40B4-BE49-F238E27FC236}">
                <a16:creationId xmlns:a16="http://schemas.microsoft.com/office/drawing/2014/main" id="{3749A6F6-7C15-5182-9FC9-E142D3BD54F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2305763" y="2818270"/>
            <a:ext cx="5807243" cy="435056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8252879"/>
            <a:ext cx="1335405" cy="2034539"/>
            <a:chOff x="0" y="8252879"/>
            <a:chExt cx="1335405" cy="2034539"/>
          </a:xfrm>
        </p:grpSpPr>
        <p:sp>
          <p:nvSpPr>
            <p:cNvPr id="3" name="object 3"/>
            <p:cNvSpPr/>
            <p:nvPr/>
          </p:nvSpPr>
          <p:spPr>
            <a:xfrm>
              <a:off x="0" y="8252891"/>
              <a:ext cx="1335405" cy="2034539"/>
            </a:xfrm>
            <a:custGeom>
              <a:avLst/>
              <a:gdLst/>
              <a:ahLst/>
              <a:cxnLst/>
              <a:rect l="l" t="t" r="r" b="b"/>
              <a:pathLst>
                <a:path w="1335405" h="2034540">
                  <a:moveTo>
                    <a:pt x="538480" y="2034108"/>
                  </a:moveTo>
                  <a:lnTo>
                    <a:pt x="0" y="1237780"/>
                  </a:lnTo>
                  <a:lnTo>
                    <a:pt x="0" y="2034108"/>
                  </a:lnTo>
                  <a:lnTo>
                    <a:pt x="538480" y="2034108"/>
                  </a:lnTo>
                  <a:close/>
                </a:path>
                <a:path w="1335405" h="2034540">
                  <a:moveTo>
                    <a:pt x="1334960" y="2034108"/>
                  </a:moveTo>
                  <a:lnTo>
                    <a:pt x="0" y="0"/>
                  </a:lnTo>
                  <a:lnTo>
                    <a:pt x="0" y="57327"/>
                  </a:lnTo>
                  <a:lnTo>
                    <a:pt x="1297266" y="2034108"/>
                  </a:lnTo>
                  <a:lnTo>
                    <a:pt x="1334960" y="2034108"/>
                  </a:lnTo>
                  <a:close/>
                </a:path>
              </a:pathLst>
            </a:custGeom>
            <a:solidFill>
              <a:srgbClr val="9AD9E8"/>
            </a:solidFill>
          </p:spPr>
          <p:txBody>
            <a:bodyPr wrap="square" lIns="0" tIns="0" rIns="0" bIns="0" rtlCol="0"/>
            <a:lstStyle/>
            <a:p>
              <a:endParaRPr/>
            </a:p>
          </p:txBody>
        </p:sp>
        <p:pic>
          <p:nvPicPr>
            <p:cNvPr id="4" name="object 4"/>
            <p:cNvPicPr/>
            <p:nvPr/>
          </p:nvPicPr>
          <p:blipFill>
            <a:blip r:embed="rId2" cstate="print"/>
            <a:stretch>
              <a:fillRect/>
            </a:stretch>
          </p:blipFill>
          <p:spPr>
            <a:xfrm>
              <a:off x="145727" y="10102045"/>
              <a:ext cx="137798" cy="137798"/>
            </a:xfrm>
            <a:prstGeom prst="rect">
              <a:avLst/>
            </a:prstGeom>
          </p:spPr>
        </p:pic>
        <p:pic>
          <p:nvPicPr>
            <p:cNvPr id="5" name="object 5"/>
            <p:cNvPicPr/>
            <p:nvPr/>
          </p:nvPicPr>
          <p:blipFill>
            <a:blip r:embed="rId3" cstate="print"/>
            <a:stretch>
              <a:fillRect/>
            </a:stretch>
          </p:blipFill>
          <p:spPr>
            <a:xfrm>
              <a:off x="350379" y="10102045"/>
              <a:ext cx="137798" cy="137798"/>
            </a:xfrm>
            <a:prstGeom prst="rect">
              <a:avLst/>
            </a:prstGeom>
          </p:spPr>
        </p:pic>
        <p:pic>
          <p:nvPicPr>
            <p:cNvPr id="6" name="object 6"/>
            <p:cNvPicPr/>
            <p:nvPr/>
          </p:nvPicPr>
          <p:blipFill>
            <a:blip r:embed="rId4" cstate="print"/>
            <a:stretch>
              <a:fillRect/>
            </a:stretch>
          </p:blipFill>
          <p:spPr>
            <a:xfrm>
              <a:off x="0" y="10102045"/>
              <a:ext cx="78873" cy="137798"/>
            </a:xfrm>
            <a:prstGeom prst="rect">
              <a:avLst/>
            </a:prstGeom>
          </p:spPr>
        </p:pic>
        <p:pic>
          <p:nvPicPr>
            <p:cNvPr id="7" name="object 7"/>
            <p:cNvPicPr/>
            <p:nvPr/>
          </p:nvPicPr>
          <p:blipFill>
            <a:blip r:embed="rId5" cstate="print"/>
            <a:stretch>
              <a:fillRect/>
            </a:stretch>
          </p:blipFill>
          <p:spPr>
            <a:xfrm>
              <a:off x="350379" y="9897392"/>
              <a:ext cx="137798" cy="137798"/>
            </a:xfrm>
            <a:prstGeom prst="rect">
              <a:avLst/>
            </a:prstGeom>
          </p:spPr>
        </p:pic>
        <p:pic>
          <p:nvPicPr>
            <p:cNvPr id="8" name="object 8"/>
            <p:cNvPicPr/>
            <p:nvPr/>
          </p:nvPicPr>
          <p:blipFill>
            <a:blip r:embed="rId6" cstate="print"/>
            <a:stretch>
              <a:fillRect/>
            </a:stretch>
          </p:blipFill>
          <p:spPr>
            <a:xfrm>
              <a:off x="145727" y="9897392"/>
              <a:ext cx="137798" cy="137798"/>
            </a:xfrm>
            <a:prstGeom prst="rect">
              <a:avLst/>
            </a:prstGeom>
          </p:spPr>
        </p:pic>
        <p:pic>
          <p:nvPicPr>
            <p:cNvPr id="9" name="object 9"/>
            <p:cNvPicPr/>
            <p:nvPr/>
          </p:nvPicPr>
          <p:blipFill>
            <a:blip r:embed="rId7" cstate="print"/>
            <a:stretch>
              <a:fillRect/>
            </a:stretch>
          </p:blipFill>
          <p:spPr>
            <a:xfrm>
              <a:off x="0" y="9897392"/>
              <a:ext cx="78873" cy="137798"/>
            </a:xfrm>
            <a:prstGeom prst="rect">
              <a:avLst/>
            </a:prstGeom>
          </p:spPr>
        </p:pic>
        <p:pic>
          <p:nvPicPr>
            <p:cNvPr id="10" name="object 10"/>
            <p:cNvPicPr/>
            <p:nvPr/>
          </p:nvPicPr>
          <p:blipFill>
            <a:blip r:embed="rId5" cstate="print"/>
            <a:stretch>
              <a:fillRect/>
            </a:stretch>
          </p:blipFill>
          <p:spPr>
            <a:xfrm>
              <a:off x="350379" y="9692739"/>
              <a:ext cx="137798" cy="137798"/>
            </a:xfrm>
            <a:prstGeom prst="rect">
              <a:avLst/>
            </a:prstGeom>
          </p:spPr>
        </p:pic>
        <p:pic>
          <p:nvPicPr>
            <p:cNvPr id="11" name="object 11"/>
            <p:cNvPicPr/>
            <p:nvPr/>
          </p:nvPicPr>
          <p:blipFill>
            <a:blip r:embed="rId6" cstate="print"/>
            <a:stretch>
              <a:fillRect/>
            </a:stretch>
          </p:blipFill>
          <p:spPr>
            <a:xfrm>
              <a:off x="145727" y="9692739"/>
              <a:ext cx="137798" cy="137798"/>
            </a:xfrm>
            <a:prstGeom prst="rect">
              <a:avLst/>
            </a:prstGeom>
          </p:spPr>
        </p:pic>
        <p:pic>
          <p:nvPicPr>
            <p:cNvPr id="12" name="object 12"/>
            <p:cNvPicPr/>
            <p:nvPr/>
          </p:nvPicPr>
          <p:blipFill>
            <a:blip r:embed="rId7" cstate="print"/>
            <a:stretch>
              <a:fillRect/>
            </a:stretch>
          </p:blipFill>
          <p:spPr>
            <a:xfrm>
              <a:off x="0" y="9692739"/>
              <a:ext cx="78873" cy="137798"/>
            </a:xfrm>
            <a:prstGeom prst="rect">
              <a:avLst/>
            </a:prstGeom>
          </p:spPr>
        </p:pic>
        <p:pic>
          <p:nvPicPr>
            <p:cNvPr id="13" name="object 13"/>
            <p:cNvPicPr/>
            <p:nvPr/>
          </p:nvPicPr>
          <p:blipFill>
            <a:blip r:embed="rId8" cstate="print"/>
            <a:stretch>
              <a:fillRect/>
            </a:stretch>
          </p:blipFill>
          <p:spPr>
            <a:xfrm>
              <a:off x="350379" y="9488086"/>
              <a:ext cx="137798" cy="137798"/>
            </a:xfrm>
            <a:prstGeom prst="rect">
              <a:avLst/>
            </a:prstGeom>
          </p:spPr>
        </p:pic>
        <p:pic>
          <p:nvPicPr>
            <p:cNvPr id="14" name="object 14"/>
            <p:cNvPicPr/>
            <p:nvPr/>
          </p:nvPicPr>
          <p:blipFill>
            <a:blip r:embed="rId9" cstate="print"/>
            <a:stretch>
              <a:fillRect/>
            </a:stretch>
          </p:blipFill>
          <p:spPr>
            <a:xfrm>
              <a:off x="145727" y="9488086"/>
              <a:ext cx="137798" cy="137798"/>
            </a:xfrm>
            <a:prstGeom prst="rect">
              <a:avLst/>
            </a:prstGeom>
          </p:spPr>
        </p:pic>
        <p:pic>
          <p:nvPicPr>
            <p:cNvPr id="15" name="object 15"/>
            <p:cNvPicPr/>
            <p:nvPr/>
          </p:nvPicPr>
          <p:blipFill>
            <a:blip r:embed="rId4" cstate="print"/>
            <a:stretch>
              <a:fillRect/>
            </a:stretch>
          </p:blipFill>
          <p:spPr>
            <a:xfrm>
              <a:off x="0" y="9488086"/>
              <a:ext cx="78873" cy="137798"/>
            </a:xfrm>
            <a:prstGeom prst="rect">
              <a:avLst/>
            </a:prstGeom>
          </p:spPr>
        </p:pic>
        <p:pic>
          <p:nvPicPr>
            <p:cNvPr id="16" name="object 16"/>
            <p:cNvPicPr/>
            <p:nvPr/>
          </p:nvPicPr>
          <p:blipFill>
            <a:blip r:embed="rId10" cstate="print"/>
            <a:stretch>
              <a:fillRect/>
            </a:stretch>
          </p:blipFill>
          <p:spPr>
            <a:xfrm>
              <a:off x="145727" y="9290827"/>
              <a:ext cx="137798" cy="130405"/>
            </a:xfrm>
            <a:prstGeom prst="rect">
              <a:avLst/>
            </a:prstGeom>
          </p:spPr>
        </p:pic>
        <p:pic>
          <p:nvPicPr>
            <p:cNvPr id="17" name="object 17"/>
            <p:cNvPicPr/>
            <p:nvPr/>
          </p:nvPicPr>
          <p:blipFill>
            <a:blip r:embed="rId11" cstate="print"/>
            <a:stretch>
              <a:fillRect/>
            </a:stretch>
          </p:blipFill>
          <p:spPr>
            <a:xfrm>
              <a:off x="350379" y="9290827"/>
              <a:ext cx="137798" cy="130405"/>
            </a:xfrm>
            <a:prstGeom prst="rect">
              <a:avLst/>
            </a:prstGeom>
          </p:spPr>
        </p:pic>
        <p:pic>
          <p:nvPicPr>
            <p:cNvPr id="18" name="object 18"/>
            <p:cNvPicPr/>
            <p:nvPr/>
          </p:nvPicPr>
          <p:blipFill>
            <a:blip r:embed="rId12" cstate="print"/>
            <a:stretch>
              <a:fillRect/>
            </a:stretch>
          </p:blipFill>
          <p:spPr>
            <a:xfrm>
              <a:off x="0" y="9290827"/>
              <a:ext cx="78873" cy="130405"/>
            </a:xfrm>
            <a:prstGeom prst="rect">
              <a:avLst/>
            </a:prstGeom>
          </p:spPr>
        </p:pic>
      </p:grpSp>
      <p:grpSp>
        <p:nvGrpSpPr>
          <p:cNvPr id="19" name="object 19"/>
          <p:cNvGrpSpPr/>
          <p:nvPr/>
        </p:nvGrpSpPr>
        <p:grpSpPr>
          <a:xfrm>
            <a:off x="16427031" y="0"/>
            <a:ext cx="1861185" cy="2835910"/>
            <a:chOff x="16427031" y="0"/>
            <a:chExt cx="1861185" cy="2835910"/>
          </a:xfrm>
        </p:grpSpPr>
        <p:sp>
          <p:nvSpPr>
            <p:cNvPr id="20" name="object 20"/>
            <p:cNvSpPr/>
            <p:nvPr/>
          </p:nvSpPr>
          <p:spPr>
            <a:xfrm>
              <a:off x="16427030" y="11"/>
              <a:ext cx="1861185" cy="2835910"/>
            </a:xfrm>
            <a:custGeom>
              <a:avLst/>
              <a:gdLst/>
              <a:ahLst/>
              <a:cxnLst/>
              <a:rect l="l" t="t" r="r" b="b"/>
              <a:pathLst>
                <a:path w="1861184" h="2835910">
                  <a:moveTo>
                    <a:pt x="1860956" y="2773210"/>
                  </a:moveTo>
                  <a:lnTo>
                    <a:pt x="41033" y="0"/>
                  </a:lnTo>
                  <a:lnTo>
                    <a:pt x="0" y="0"/>
                  </a:lnTo>
                  <a:lnTo>
                    <a:pt x="1860956" y="2835592"/>
                  </a:lnTo>
                  <a:lnTo>
                    <a:pt x="1860956" y="2773210"/>
                  </a:lnTo>
                  <a:close/>
                </a:path>
                <a:path w="1861184" h="2835910">
                  <a:moveTo>
                    <a:pt x="1860956" y="0"/>
                  </a:moveTo>
                  <a:lnTo>
                    <a:pt x="864400" y="0"/>
                  </a:lnTo>
                  <a:lnTo>
                    <a:pt x="1860956" y="1473733"/>
                  </a:lnTo>
                  <a:lnTo>
                    <a:pt x="1860956" y="0"/>
                  </a:lnTo>
                  <a:close/>
                </a:path>
              </a:pathLst>
            </a:custGeom>
            <a:solidFill>
              <a:srgbClr val="9AD9E8"/>
            </a:solidFill>
          </p:spPr>
          <p:txBody>
            <a:bodyPr wrap="square" lIns="0" tIns="0" rIns="0" bIns="0" rtlCol="0"/>
            <a:lstStyle/>
            <a:p>
              <a:endParaRPr/>
            </a:p>
          </p:txBody>
        </p:sp>
        <p:pic>
          <p:nvPicPr>
            <p:cNvPr id="21" name="object 21"/>
            <p:cNvPicPr/>
            <p:nvPr/>
          </p:nvPicPr>
          <p:blipFill>
            <a:blip r:embed="rId13" cstate="print"/>
            <a:stretch>
              <a:fillRect/>
            </a:stretch>
          </p:blipFill>
          <p:spPr>
            <a:xfrm>
              <a:off x="17431158" y="0"/>
              <a:ext cx="149984" cy="104200"/>
            </a:xfrm>
            <a:prstGeom prst="rect">
              <a:avLst/>
            </a:prstGeom>
          </p:spPr>
        </p:pic>
        <p:pic>
          <p:nvPicPr>
            <p:cNvPr id="22" name="object 22"/>
            <p:cNvPicPr/>
            <p:nvPr/>
          </p:nvPicPr>
          <p:blipFill>
            <a:blip r:embed="rId14" cstate="print"/>
            <a:stretch>
              <a:fillRect/>
            </a:stretch>
          </p:blipFill>
          <p:spPr>
            <a:xfrm>
              <a:off x="17653909" y="0"/>
              <a:ext cx="149984" cy="104200"/>
            </a:xfrm>
            <a:prstGeom prst="rect">
              <a:avLst/>
            </a:prstGeom>
          </p:spPr>
        </p:pic>
        <p:pic>
          <p:nvPicPr>
            <p:cNvPr id="23" name="object 23"/>
            <p:cNvPicPr/>
            <p:nvPr/>
          </p:nvPicPr>
          <p:blipFill>
            <a:blip r:embed="rId15" cstate="print"/>
            <a:stretch>
              <a:fillRect/>
            </a:stretch>
          </p:blipFill>
          <p:spPr>
            <a:xfrm>
              <a:off x="17876660" y="0"/>
              <a:ext cx="149984" cy="104200"/>
            </a:xfrm>
            <a:prstGeom prst="rect">
              <a:avLst/>
            </a:prstGeom>
          </p:spPr>
        </p:pic>
        <p:pic>
          <p:nvPicPr>
            <p:cNvPr id="24" name="object 24"/>
            <p:cNvPicPr/>
            <p:nvPr/>
          </p:nvPicPr>
          <p:blipFill>
            <a:blip r:embed="rId16" cstate="print"/>
            <a:stretch>
              <a:fillRect/>
            </a:stretch>
          </p:blipFill>
          <p:spPr>
            <a:xfrm>
              <a:off x="18099411" y="0"/>
              <a:ext cx="141766" cy="104200"/>
            </a:xfrm>
            <a:prstGeom prst="rect">
              <a:avLst/>
            </a:prstGeom>
          </p:spPr>
        </p:pic>
        <p:pic>
          <p:nvPicPr>
            <p:cNvPr id="25" name="object 25"/>
            <p:cNvPicPr/>
            <p:nvPr/>
          </p:nvPicPr>
          <p:blipFill>
            <a:blip r:embed="rId17" cstate="print"/>
            <a:stretch>
              <a:fillRect/>
            </a:stretch>
          </p:blipFill>
          <p:spPr>
            <a:xfrm>
              <a:off x="17431158" y="176966"/>
              <a:ext cx="149984" cy="149984"/>
            </a:xfrm>
            <a:prstGeom prst="rect">
              <a:avLst/>
            </a:prstGeom>
          </p:spPr>
        </p:pic>
        <p:pic>
          <p:nvPicPr>
            <p:cNvPr id="26" name="object 26"/>
            <p:cNvPicPr/>
            <p:nvPr/>
          </p:nvPicPr>
          <p:blipFill>
            <a:blip r:embed="rId18" cstate="print"/>
            <a:stretch>
              <a:fillRect/>
            </a:stretch>
          </p:blipFill>
          <p:spPr>
            <a:xfrm>
              <a:off x="17653909" y="176966"/>
              <a:ext cx="149984" cy="149984"/>
            </a:xfrm>
            <a:prstGeom prst="rect">
              <a:avLst/>
            </a:prstGeom>
          </p:spPr>
        </p:pic>
        <p:pic>
          <p:nvPicPr>
            <p:cNvPr id="27" name="object 27"/>
            <p:cNvPicPr/>
            <p:nvPr/>
          </p:nvPicPr>
          <p:blipFill>
            <a:blip r:embed="rId19" cstate="print"/>
            <a:stretch>
              <a:fillRect/>
            </a:stretch>
          </p:blipFill>
          <p:spPr>
            <a:xfrm>
              <a:off x="17876660" y="176966"/>
              <a:ext cx="149984" cy="149984"/>
            </a:xfrm>
            <a:prstGeom prst="rect">
              <a:avLst/>
            </a:prstGeom>
          </p:spPr>
        </p:pic>
        <p:pic>
          <p:nvPicPr>
            <p:cNvPr id="28" name="object 28"/>
            <p:cNvPicPr/>
            <p:nvPr/>
          </p:nvPicPr>
          <p:blipFill>
            <a:blip r:embed="rId20" cstate="print"/>
            <a:stretch>
              <a:fillRect/>
            </a:stretch>
          </p:blipFill>
          <p:spPr>
            <a:xfrm>
              <a:off x="18099411" y="176966"/>
              <a:ext cx="141766" cy="149984"/>
            </a:xfrm>
            <a:prstGeom prst="rect">
              <a:avLst/>
            </a:prstGeom>
          </p:spPr>
        </p:pic>
        <p:pic>
          <p:nvPicPr>
            <p:cNvPr id="29" name="object 29"/>
            <p:cNvPicPr/>
            <p:nvPr/>
          </p:nvPicPr>
          <p:blipFill>
            <a:blip r:embed="rId21" cstate="print"/>
            <a:stretch>
              <a:fillRect/>
            </a:stretch>
          </p:blipFill>
          <p:spPr>
            <a:xfrm>
              <a:off x="17431158" y="399717"/>
              <a:ext cx="149984" cy="149984"/>
            </a:xfrm>
            <a:prstGeom prst="rect">
              <a:avLst/>
            </a:prstGeom>
          </p:spPr>
        </p:pic>
        <p:pic>
          <p:nvPicPr>
            <p:cNvPr id="30" name="object 30"/>
            <p:cNvPicPr/>
            <p:nvPr/>
          </p:nvPicPr>
          <p:blipFill>
            <a:blip r:embed="rId22" cstate="print"/>
            <a:stretch>
              <a:fillRect/>
            </a:stretch>
          </p:blipFill>
          <p:spPr>
            <a:xfrm>
              <a:off x="17653909" y="399717"/>
              <a:ext cx="149984" cy="149984"/>
            </a:xfrm>
            <a:prstGeom prst="rect">
              <a:avLst/>
            </a:prstGeom>
          </p:spPr>
        </p:pic>
        <p:pic>
          <p:nvPicPr>
            <p:cNvPr id="31" name="object 31"/>
            <p:cNvPicPr/>
            <p:nvPr/>
          </p:nvPicPr>
          <p:blipFill>
            <a:blip r:embed="rId23" cstate="print"/>
            <a:stretch>
              <a:fillRect/>
            </a:stretch>
          </p:blipFill>
          <p:spPr>
            <a:xfrm>
              <a:off x="17876660" y="399717"/>
              <a:ext cx="149984" cy="149984"/>
            </a:xfrm>
            <a:prstGeom prst="rect">
              <a:avLst/>
            </a:prstGeom>
          </p:spPr>
        </p:pic>
        <p:pic>
          <p:nvPicPr>
            <p:cNvPr id="32" name="object 32"/>
            <p:cNvPicPr/>
            <p:nvPr/>
          </p:nvPicPr>
          <p:blipFill>
            <a:blip r:embed="rId24" cstate="print"/>
            <a:stretch>
              <a:fillRect/>
            </a:stretch>
          </p:blipFill>
          <p:spPr>
            <a:xfrm>
              <a:off x="18099411" y="399717"/>
              <a:ext cx="141766" cy="149984"/>
            </a:xfrm>
            <a:prstGeom prst="rect">
              <a:avLst/>
            </a:prstGeom>
          </p:spPr>
        </p:pic>
        <p:pic>
          <p:nvPicPr>
            <p:cNvPr id="33" name="object 33"/>
            <p:cNvPicPr/>
            <p:nvPr/>
          </p:nvPicPr>
          <p:blipFill>
            <a:blip r:embed="rId21" cstate="print"/>
            <a:stretch>
              <a:fillRect/>
            </a:stretch>
          </p:blipFill>
          <p:spPr>
            <a:xfrm>
              <a:off x="17431158" y="622469"/>
              <a:ext cx="149984" cy="149984"/>
            </a:xfrm>
            <a:prstGeom prst="rect">
              <a:avLst/>
            </a:prstGeom>
          </p:spPr>
        </p:pic>
        <p:pic>
          <p:nvPicPr>
            <p:cNvPr id="34" name="object 34"/>
            <p:cNvPicPr/>
            <p:nvPr/>
          </p:nvPicPr>
          <p:blipFill>
            <a:blip r:embed="rId22" cstate="print"/>
            <a:stretch>
              <a:fillRect/>
            </a:stretch>
          </p:blipFill>
          <p:spPr>
            <a:xfrm>
              <a:off x="17653909" y="622469"/>
              <a:ext cx="149984" cy="149984"/>
            </a:xfrm>
            <a:prstGeom prst="rect">
              <a:avLst/>
            </a:prstGeom>
          </p:spPr>
        </p:pic>
        <p:pic>
          <p:nvPicPr>
            <p:cNvPr id="35" name="object 35"/>
            <p:cNvPicPr/>
            <p:nvPr/>
          </p:nvPicPr>
          <p:blipFill>
            <a:blip r:embed="rId23" cstate="print"/>
            <a:stretch>
              <a:fillRect/>
            </a:stretch>
          </p:blipFill>
          <p:spPr>
            <a:xfrm>
              <a:off x="17876660" y="622469"/>
              <a:ext cx="149984" cy="149984"/>
            </a:xfrm>
            <a:prstGeom prst="rect">
              <a:avLst/>
            </a:prstGeom>
          </p:spPr>
        </p:pic>
        <p:pic>
          <p:nvPicPr>
            <p:cNvPr id="36" name="object 36"/>
            <p:cNvPicPr/>
            <p:nvPr/>
          </p:nvPicPr>
          <p:blipFill>
            <a:blip r:embed="rId24" cstate="print"/>
            <a:stretch>
              <a:fillRect/>
            </a:stretch>
          </p:blipFill>
          <p:spPr>
            <a:xfrm>
              <a:off x="18099411" y="622468"/>
              <a:ext cx="141766" cy="149984"/>
            </a:xfrm>
            <a:prstGeom prst="rect">
              <a:avLst/>
            </a:prstGeom>
          </p:spPr>
        </p:pic>
        <p:pic>
          <p:nvPicPr>
            <p:cNvPr id="37" name="object 37"/>
            <p:cNvPicPr/>
            <p:nvPr/>
          </p:nvPicPr>
          <p:blipFill>
            <a:blip r:embed="rId25" cstate="print"/>
            <a:stretch>
              <a:fillRect/>
            </a:stretch>
          </p:blipFill>
          <p:spPr>
            <a:xfrm>
              <a:off x="17431158" y="845219"/>
              <a:ext cx="149984" cy="149984"/>
            </a:xfrm>
            <a:prstGeom prst="rect">
              <a:avLst/>
            </a:prstGeom>
          </p:spPr>
        </p:pic>
        <p:pic>
          <p:nvPicPr>
            <p:cNvPr id="38" name="object 38"/>
            <p:cNvPicPr/>
            <p:nvPr/>
          </p:nvPicPr>
          <p:blipFill>
            <a:blip r:embed="rId26" cstate="print"/>
            <a:stretch>
              <a:fillRect/>
            </a:stretch>
          </p:blipFill>
          <p:spPr>
            <a:xfrm>
              <a:off x="17653909" y="845219"/>
              <a:ext cx="149984" cy="149984"/>
            </a:xfrm>
            <a:prstGeom prst="rect">
              <a:avLst/>
            </a:prstGeom>
          </p:spPr>
        </p:pic>
        <p:pic>
          <p:nvPicPr>
            <p:cNvPr id="39" name="object 39"/>
            <p:cNvPicPr/>
            <p:nvPr/>
          </p:nvPicPr>
          <p:blipFill>
            <a:blip r:embed="rId27" cstate="print"/>
            <a:stretch>
              <a:fillRect/>
            </a:stretch>
          </p:blipFill>
          <p:spPr>
            <a:xfrm>
              <a:off x="17876660" y="845219"/>
              <a:ext cx="149984" cy="149984"/>
            </a:xfrm>
            <a:prstGeom prst="rect">
              <a:avLst/>
            </a:prstGeom>
          </p:spPr>
        </p:pic>
        <p:pic>
          <p:nvPicPr>
            <p:cNvPr id="40" name="object 40"/>
            <p:cNvPicPr/>
            <p:nvPr/>
          </p:nvPicPr>
          <p:blipFill>
            <a:blip r:embed="rId28" cstate="print"/>
            <a:stretch>
              <a:fillRect/>
            </a:stretch>
          </p:blipFill>
          <p:spPr>
            <a:xfrm>
              <a:off x="18099411" y="845219"/>
              <a:ext cx="141766" cy="149984"/>
            </a:xfrm>
            <a:prstGeom prst="rect">
              <a:avLst/>
            </a:prstGeom>
          </p:spPr>
        </p:pic>
        <p:pic>
          <p:nvPicPr>
            <p:cNvPr id="41" name="object 41"/>
            <p:cNvPicPr/>
            <p:nvPr/>
          </p:nvPicPr>
          <p:blipFill>
            <a:blip r:embed="rId29" cstate="print"/>
            <a:stretch>
              <a:fillRect/>
            </a:stretch>
          </p:blipFill>
          <p:spPr>
            <a:xfrm>
              <a:off x="17431158" y="1067970"/>
              <a:ext cx="149984" cy="141937"/>
            </a:xfrm>
            <a:prstGeom prst="rect">
              <a:avLst/>
            </a:prstGeom>
          </p:spPr>
        </p:pic>
        <p:pic>
          <p:nvPicPr>
            <p:cNvPr id="42" name="object 42"/>
            <p:cNvPicPr/>
            <p:nvPr/>
          </p:nvPicPr>
          <p:blipFill>
            <a:blip r:embed="rId30" cstate="print"/>
            <a:stretch>
              <a:fillRect/>
            </a:stretch>
          </p:blipFill>
          <p:spPr>
            <a:xfrm>
              <a:off x="17653909" y="1067970"/>
              <a:ext cx="149984" cy="141937"/>
            </a:xfrm>
            <a:prstGeom prst="rect">
              <a:avLst/>
            </a:prstGeom>
          </p:spPr>
        </p:pic>
        <p:pic>
          <p:nvPicPr>
            <p:cNvPr id="43" name="object 43"/>
            <p:cNvPicPr/>
            <p:nvPr/>
          </p:nvPicPr>
          <p:blipFill>
            <a:blip r:embed="rId31" cstate="print"/>
            <a:stretch>
              <a:fillRect/>
            </a:stretch>
          </p:blipFill>
          <p:spPr>
            <a:xfrm>
              <a:off x="17876660" y="1067970"/>
              <a:ext cx="149984" cy="141937"/>
            </a:xfrm>
            <a:prstGeom prst="rect">
              <a:avLst/>
            </a:prstGeom>
          </p:spPr>
        </p:pic>
        <p:pic>
          <p:nvPicPr>
            <p:cNvPr id="44" name="object 44"/>
            <p:cNvPicPr/>
            <p:nvPr/>
          </p:nvPicPr>
          <p:blipFill>
            <a:blip r:embed="rId32" cstate="print"/>
            <a:stretch>
              <a:fillRect/>
            </a:stretch>
          </p:blipFill>
          <p:spPr>
            <a:xfrm>
              <a:off x="18099411" y="1067970"/>
              <a:ext cx="141766" cy="141937"/>
            </a:xfrm>
            <a:prstGeom prst="rect">
              <a:avLst/>
            </a:prstGeom>
          </p:spPr>
        </p:pic>
      </p:grpSp>
      <p:grpSp>
        <p:nvGrpSpPr>
          <p:cNvPr id="45" name="object 45"/>
          <p:cNvGrpSpPr/>
          <p:nvPr/>
        </p:nvGrpSpPr>
        <p:grpSpPr>
          <a:xfrm>
            <a:off x="4052517" y="499089"/>
            <a:ext cx="9363075" cy="1835785"/>
            <a:chOff x="4052517" y="499089"/>
            <a:chExt cx="9363075" cy="1835785"/>
          </a:xfrm>
        </p:grpSpPr>
        <p:sp>
          <p:nvSpPr>
            <p:cNvPr id="46" name="object 46"/>
            <p:cNvSpPr/>
            <p:nvPr/>
          </p:nvSpPr>
          <p:spPr>
            <a:xfrm>
              <a:off x="4118854" y="565764"/>
              <a:ext cx="9233535" cy="1504950"/>
            </a:xfrm>
            <a:custGeom>
              <a:avLst/>
              <a:gdLst/>
              <a:ahLst/>
              <a:cxnLst/>
              <a:rect l="l" t="t" r="r" b="b"/>
              <a:pathLst>
                <a:path w="9233535" h="1504950">
                  <a:moveTo>
                    <a:pt x="9233497" y="1094533"/>
                  </a:moveTo>
                  <a:lnTo>
                    <a:pt x="0" y="1094533"/>
                  </a:lnTo>
                  <a:lnTo>
                    <a:pt x="0" y="0"/>
                  </a:lnTo>
                  <a:lnTo>
                    <a:pt x="9233497" y="0"/>
                  </a:lnTo>
                  <a:lnTo>
                    <a:pt x="9233497" y="1094533"/>
                  </a:lnTo>
                  <a:close/>
                </a:path>
                <a:path w="9233535" h="1504950">
                  <a:moveTo>
                    <a:pt x="343581" y="1504614"/>
                  </a:moveTo>
                  <a:lnTo>
                    <a:pt x="343581" y="1094533"/>
                  </a:lnTo>
                  <a:lnTo>
                    <a:pt x="1011347" y="1094533"/>
                  </a:lnTo>
                  <a:lnTo>
                    <a:pt x="343581" y="1504614"/>
                  </a:lnTo>
                  <a:close/>
                </a:path>
              </a:pathLst>
            </a:custGeom>
            <a:solidFill>
              <a:srgbClr val="9AD9E8"/>
            </a:solidFill>
          </p:spPr>
          <p:txBody>
            <a:bodyPr wrap="square" lIns="0" tIns="0" rIns="0" bIns="0" rtlCol="0"/>
            <a:lstStyle/>
            <a:p>
              <a:endParaRPr/>
            </a:p>
          </p:txBody>
        </p:sp>
        <p:sp>
          <p:nvSpPr>
            <p:cNvPr id="47" name="object 47"/>
            <p:cNvSpPr/>
            <p:nvPr/>
          </p:nvSpPr>
          <p:spPr>
            <a:xfrm>
              <a:off x="4119192" y="565764"/>
              <a:ext cx="9229725" cy="1702435"/>
            </a:xfrm>
            <a:custGeom>
              <a:avLst/>
              <a:gdLst/>
              <a:ahLst/>
              <a:cxnLst/>
              <a:rect l="l" t="t" r="r" b="b"/>
              <a:pathLst>
                <a:path w="9229725" h="1702435">
                  <a:moveTo>
                    <a:pt x="343553" y="1292098"/>
                  </a:moveTo>
                  <a:lnTo>
                    <a:pt x="343554" y="1702147"/>
                  </a:lnTo>
                  <a:lnTo>
                    <a:pt x="1011267" y="1292098"/>
                  </a:lnTo>
                </a:path>
                <a:path w="9229725" h="1702435">
                  <a:moveTo>
                    <a:pt x="9229386" y="0"/>
                  </a:moveTo>
                  <a:lnTo>
                    <a:pt x="0" y="0"/>
                  </a:lnTo>
                  <a:lnTo>
                    <a:pt x="0" y="1292098"/>
                  </a:lnTo>
                  <a:lnTo>
                    <a:pt x="343553" y="1292098"/>
                  </a:lnTo>
                </a:path>
              </a:pathLst>
            </a:custGeom>
            <a:ln w="133349">
              <a:solidFill>
                <a:srgbClr val="56C2D0"/>
              </a:solidFill>
            </a:ln>
          </p:spPr>
          <p:txBody>
            <a:bodyPr wrap="square" lIns="0" tIns="0" rIns="0" bIns="0" rtlCol="0"/>
            <a:lstStyle/>
            <a:p>
              <a:endParaRPr/>
            </a:p>
          </p:txBody>
        </p:sp>
        <p:sp>
          <p:nvSpPr>
            <p:cNvPr id="48" name="object 48"/>
            <p:cNvSpPr/>
            <p:nvPr/>
          </p:nvSpPr>
          <p:spPr>
            <a:xfrm>
              <a:off x="5130460" y="1791188"/>
              <a:ext cx="8218170" cy="133350"/>
            </a:xfrm>
            <a:custGeom>
              <a:avLst/>
              <a:gdLst/>
              <a:ahLst/>
              <a:cxnLst/>
              <a:rect l="l" t="t" r="r" b="b"/>
              <a:pathLst>
                <a:path w="8218169" h="133350">
                  <a:moveTo>
                    <a:pt x="0" y="0"/>
                  </a:moveTo>
                  <a:lnTo>
                    <a:pt x="8218118" y="0"/>
                  </a:lnTo>
                  <a:lnTo>
                    <a:pt x="8218118" y="133349"/>
                  </a:lnTo>
                  <a:lnTo>
                    <a:pt x="0" y="133349"/>
                  </a:lnTo>
                  <a:lnTo>
                    <a:pt x="0" y="0"/>
                  </a:lnTo>
                  <a:close/>
                </a:path>
              </a:pathLst>
            </a:custGeom>
            <a:solidFill>
              <a:srgbClr val="56C2D0"/>
            </a:solidFill>
          </p:spPr>
          <p:txBody>
            <a:bodyPr wrap="square" lIns="0" tIns="0" rIns="0" bIns="0" rtlCol="0"/>
            <a:lstStyle/>
            <a:p>
              <a:endParaRPr/>
            </a:p>
          </p:txBody>
        </p:sp>
      </p:grpSp>
      <p:sp>
        <p:nvSpPr>
          <p:cNvPr id="49" name="object 49"/>
          <p:cNvSpPr txBox="1">
            <a:spLocks noGrp="1"/>
          </p:cNvSpPr>
          <p:nvPr>
            <p:ph type="title"/>
          </p:nvPr>
        </p:nvSpPr>
        <p:spPr>
          <a:xfrm>
            <a:off x="1262397" y="263508"/>
            <a:ext cx="15763205" cy="1325390"/>
          </a:xfrm>
          <a:prstGeom prst="rect">
            <a:avLst/>
          </a:prstGeom>
        </p:spPr>
        <p:txBody>
          <a:bodyPr vert="horz" wrap="square" lIns="0" tIns="489612" rIns="0" bIns="0" rtlCol="0">
            <a:spAutoFit/>
          </a:bodyPr>
          <a:lstStyle/>
          <a:p>
            <a:pPr marL="3905885">
              <a:lnSpc>
                <a:spcPct val="100000"/>
              </a:lnSpc>
              <a:spcBef>
                <a:spcPts val="100"/>
              </a:spcBef>
            </a:pPr>
            <a:r>
              <a:rPr lang="en-US" sz="5400" dirty="0">
                <a:latin typeface="Times New Roman" panose="02020603050405020304" pitchFamily="18" charset="0"/>
                <a:cs typeface="Times New Roman" panose="02020603050405020304" pitchFamily="18" charset="0"/>
              </a:rPr>
              <a:t>Key Features</a:t>
            </a:r>
            <a:endParaRPr sz="4900" dirty="0"/>
          </a:p>
        </p:txBody>
      </p:sp>
      <p:sp>
        <p:nvSpPr>
          <p:cNvPr id="55" name="object 55"/>
          <p:cNvSpPr txBox="1"/>
          <p:nvPr/>
        </p:nvSpPr>
        <p:spPr>
          <a:xfrm>
            <a:off x="856458" y="2196725"/>
            <a:ext cx="14206219" cy="667106"/>
          </a:xfrm>
          <a:prstGeom prst="rect">
            <a:avLst/>
          </a:prstGeom>
        </p:spPr>
        <p:txBody>
          <a:bodyPr vert="horz" wrap="square" lIns="0" tIns="12065" rIns="0" bIns="0" rtlCol="0">
            <a:spAutoFit/>
          </a:bodyPr>
          <a:lstStyle/>
          <a:p>
            <a:pPr marL="12700" marR="5080">
              <a:lnSpc>
                <a:spcPct val="157300"/>
              </a:lnSpc>
              <a:spcBef>
                <a:spcPts val="95"/>
              </a:spcBef>
            </a:pPr>
            <a:endParaRPr lang="en-US" sz="3100" dirty="0">
              <a:latin typeface="Times New Roman"/>
              <a:cs typeface="Times New Roman"/>
            </a:endParaRPr>
          </a:p>
        </p:txBody>
      </p:sp>
      <p:pic>
        <p:nvPicPr>
          <p:cNvPr id="56" name="object 56"/>
          <p:cNvPicPr/>
          <p:nvPr/>
        </p:nvPicPr>
        <p:blipFill>
          <a:blip r:embed="rId33" cstate="print"/>
          <a:stretch>
            <a:fillRect/>
          </a:stretch>
        </p:blipFill>
        <p:spPr>
          <a:xfrm>
            <a:off x="15266108" y="6280985"/>
            <a:ext cx="3133724" cy="3829049"/>
          </a:xfrm>
          <a:prstGeom prst="rect">
            <a:avLst/>
          </a:prstGeom>
        </p:spPr>
      </p:pic>
      <p:sp>
        <p:nvSpPr>
          <p:cNvPr id="51" name="Rectangle 2">
            <a:extLst>
              <a:ext uri="{FF2B5EF4-FFF2-40B4-BE49-F238E27FC236}">
                <a16:creationId xmlns:a16="http://schemas.microsoft.com/office/drawing/2014/main" id="{F242657F-42D2-F3C1-8DD3-F699BE4C5259}"/>
              </a:ext>
            </a:extLst>
          </p:cNvPr>
          <p:cNvSpPr>
            <a:spLocks noChangeArrowheads="1"/>
          </p:cNvSpPr>
          <p:nvPr/>
        </p:nvSpPr>
        <p:spPr bwMode="auto">
          <a:xfrm>
            <a:off x="1604909" y="2112069"/>
            <a:ext cx="14479610" cy="9237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lang="en-US" sz="2800" dirty="0">
                <a:latin typeface="Times New Roman" panose="02020603050405020304" pitchFamily="18" charset="0"/>
                <a:cs typeface="Times New Roman" panose="02020603050405020304" pitchFamily="18" charset="0"/>
              </a:rPr>
              <a:t>Traffic Monitoring: Continuously monitors network packets to identify suspicious activities in real time.</a:t>
            </a: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lang="en-US" sz="2800" dirty="0">
                <a:latin typeface="Times New Roman" panose="02020603050405020304" pitchFamily="18" charset="0"/>
                <a:cs typeface="Times New Roman" panose="02020603050405020304" pitchFamily="18" charset="0"/>
              </a:rPr>
              <a:t>Machine Learning Detection: Uses ML algorithms to classify network traffic as normal or malicious based on patterns learned from training data.</a:t>
            </a: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lang="en-US" sz="2800" dirty="0">
                <a:latin typeface="Times New Roman" panose="02020603050405020304" pitchFamily="18" charset="0"/>
                <a:cs typeface="Times New Roman" panose="02020603050405020304" pitchFamily="18" charset="0"/>
              </a:rPr>
              <a:t>Anomaly Detection: Detects unusual behavior in the network that may indicate cyber attacks such as DDoS, port scanning, or brute force attacks.</a:t>
            </a: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lang="en-US" sz="2800" dirty="0">
                <a:latin typeface="Times New Roman" panose="02020603050405020304" pitchFamily="18" charset="0"/>
                <a:cs typeface="Times New Roman" panose="02020603050405020304" pitchFamily="18" charset="0"/>
              </a:rPr>
              <a:t>Intrusion Prevention: Automatically blocks or alerts administrators when a potential threat is detected.</a:t>
            </a: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lang="en-US" sz="2800" dirty="0">
                <a:latin typeface="Times New Roman" panose="02020603050405020304" pitchFamily="18" charset="0"/>
                <a:cs typeface="Times New Roman" panose="02020603050405020304" pitchFamily="18" charset="0"/>
              </a:rPr>
              <a:t>Attack Classification: Identifies different types of attacks such as DoS, Probe, R2L (Remote to Local), and U2R (User to Root).</a:t>
            </a: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r>
              <a:rPr lang="en-US" sz="2800" dirty="0">
                <a:latin typeface="Times New Roman" panose="02020603050405020304" pitchFamily="18" charset="0"/>
                <a:cs typeface="Times New Roman" panose="02020603050405020304" pitchFamily="18" charset="0"/>
              </a:rPr>
              <a:t>Real-time Alerts: Sends alerts or logs when malicious traffic is detected in the network.</a:t>
            </a: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v"/>
              <a:tabLst/>
            </a:pPr>
            <a:endParaRPr kumimoji="0" lang="en-US" altLang="en-US" sz="3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lang="en-US" altLang="en-US" sz="320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3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7936721"/>
            <a:ext cx="1543050" cy="2350770"/>
            <a:chOff x="0" y="7936721"/>
            <a:chExt cx="1543050" cy="2350770"/>
          </a:xfrm>
        </p:grpSpPr>
        <p:sp>
          <p:nvSpPr>
            <p:cNvPr id="3" name="object 3"/>
            <p:cNvSpPr/>
            <p:nvPr/>
          </p:nvSpPr>
          <p:spPr>
            <a:xfrm>
              <a:off x="0" y="7936724"/>
              <a:ext cx="1543050" cy="2350770"/>
            </a:xfrm>
            <a:custGeom>
              <a:avLst/>
              <a:gdLst/>
              <a:ahLst/>
              <a:cxnLst/>
              <a:rect l="l" t="t" r="r" b="b"/>
              <a:pathLst>
                <a:path w="1543050" h="2350770">
                  <a:moveTo>
                    <a:pt x="718616" y="2350287"/>
                  </a:moveTo>
                  <a:lnTo>
                    <a:pt x="0" y="1287551"/>
                  </a:lnTo>
                  <a:lnTo>
                    <a:pt x="0" y="2350287"/>
                  </a:lnTo>
                  <a:lnTo>
                    <a:pt x="718616" y="2350287"/>
                  </a:lnTo>
                  <a:close/>
                </a:path>
                <a:path w="1543050" h="2350770">
                  <a:moveTo>
                    <a:pt x="1542453" y="2350287"/>
                  </a:moveTo>
                  <a:lnTo>
                    <a:pt x="0" y="0"/>
                  </a:lnTo>
                  <a:lnTo>
                    <a:pt x="0" y="59359"/>
                  </a:lnTo>
                  <a:lnTo>
                    <a:pt x="1503413" y="2350287"/>
                  </a:lnTo>
                  <a:lnTo>
                    <a:pt x="1542453" y="2350287"/>
                  </a:lnTo>
                  <a:close/>
                </a:path>
              </a:pathLst>
            </a:custGeom>
            <a:solidFill>
              <a:srgbClr val="9AD9E8"/>
            </a:solidFill>
          </p:spPr>
          <p:txBody>
            <a:bodyPr wrap="square" lIns="0" tIns="0" rIns="0" bIns="0" rtlCol="0"/>
            <a:lstStyle/>
            <a:p>
              <a:endParaRPr/>
            </a:p>
          </p:txBody>
        </p:sp>
        <p:sp>
          <p:nvSpPr>
            <p:cNvPr id="4" name="object 4"/>
            <p:cNvSpPr/>
            <p:nvPr/>
          </p:nvSpPr>
          <p:spPr>
            <a:xfrm>
              <a:off x="87858" y="10262247"/>
              <a:ext cx="530225" cy="24765"/>
            </a:xfrm>
            <a:custGeom>
              <a:avLst/>
              <a:gdLst/>
              <a:ahLst/>
              <a:cxnLst/>
              <a:rect l="l" t="t" r="r" b="b"/>
              <a:pathLst>
                <a:path w="530225" h="24765">
                  <a:moveTo>
                    <a:pt x="105930" y="24765"/>
                  </a:moveTo>
                  <a:lnTo>
                    <a:pt x="103352" y="20955"/>
                  </a:lnTo>
                  <a:lnTo>
                    <a:pt x="80670" y="5626"/>
                  </a:lnTo>
                  <a:lnTo>
                    <a:pt x="52959" y="0"/>
                  </a:lnTo>
                  <a:lnTo>
                    <a:pt x="25260" y="5626"/>
                  </a:lnTo>
                  <a:lnTo>
                    <a:pt x="2565" y="20955"/>
                  </a:lnTo>
                  <a:lnTo>
                    <a:pt x="0" y="24765"/>
                  </a:lnTo>
                  <a:lnTo>
                    <a:pt x="105930" y="24765"/>
                  </a:lnTo>
                  <a:close/>
                </a:path>
                <a:path w="530225" h="24765">
                  <a:moveTo>
                    <a:pt x="317893" y="24765"/>
                  </a:moveTo>
                  <a:lnTo>
                    <a:pt x="315328" y="20955"/>
                  </a:lnTo>
                  <a:lnTo>
                    <a:pt x="292658" y="5626"/>
                  </a:lnTo>
                  <a:lnTo>
                    <a:pt x="264871" y="0"/>
                  </a:lnTo>
                  <a:lnTo>
                    <a:pt x="237172" y="5626"/>
                  </a:lnTo>
                  <a:lnTo>
                    <a:pt x="214477" y="20955"/>
                  </a:lnTo>
                  <a:lnTo>
                    <a:pt x="211912" y="24765"/>
                  </a:lnTo>
                  <a:lnTo>
                    <a:pt x="317893" y="24765"/>
                  </a:lnTo>
                  <a:close/>
                </a:path>
                <a:path w="530225" h="24765">
                  <a:moveTo>
                    <a:pt x="529755" y="24765"/>
                  </a:moveTo>
                  <a:lnTo>
                    <a:pt x="527177" y="20955"/>
                  </a:lnTo>
                  <a:lnTo>
                    <a:pt x="504494" y="5626"/>
                  </a:lnTo>
                  <a:lnTo>
                    <a:pt x="476783" y="0"/>
                  </a:lnTo>
                  <a:lnTo>
                    <a:pt x="449084" y="5626"/>
                  </a:lnTo>
                  <a:lnTo>
                    <a:pt x="426389" y="20955"/>
                  </a:lnTo>
                  <a:lnTo>
                    <a:pt x="423824" y="24765"/>
                  </a:lnTo>
                  <a:lnTo>
                    <a:pt x="529755" y="24765"/>
                  </a:lnTo>
                  <a:close/>
                </a:path>
              </a:pathLst>
            </a:custGeom>
            <a:solidFill>
              <a:srgbClr val="56C2D0"/>
            </a:solidFill>
          </p:spPr>
          <p:txBody>
            <a:bodyPr wrap="square" lIns="0" tIns="0" rIns="0" bIns="0" rtlCol="0"/>
            <a:lstStyle/>
            <a:p>
              <a:endParaRPr/>
            </a:p>
          </p:txBody>
        </p:sp>
        <p:pic>
          <p:nvPicPr>
            <p:cNvPr id="5" name="object 5"/>
            <p:cNvPicPr/>
            <p:nvPr/>
          </p:nvPicPr>
          <p:blipFill>
            <a:blip r:embed="rId2" cstate="print"/>
            <a:stretch>
              <a:fillRect/>
            </a:stretch>
          </p:blipFill>
          <p:spPr>
            <a:xfrm>
              <a:off x="281397" y="10050328"/>
              <a:ext cx="142686" cy="142686"/>
            </a:xfrm>
            <a:prstGeom prst="rect">
              <a:avLst/>
            </a:prstGeom>
          </p:spPr>
        </p:pic>
        <p:pic>
          <p:nvPicPr>
            <p:cNvPr id="6" name="object 6"/>
            <p:cNvPicPr/>
            <p:nvPr/>
          </p:nvPicPr>
          <p:blipFill>
            <a:blip r:embed="rId3" cstate="print"/>
            <a:stretch>
              <a:fillRect/>
            </a:stretch>
          </p:blipFill>
          <p:spPr>
            <a:xfrm>
              <a:off x="493309" y="10050328"/>
              <a:ext cx="142686" cy="142686"/>
            </a:xfrm>
            <a:prstGeom prst="rect">
              <a:avLst/>
            </a:prstGeom>
          </p:spPr>
        </p:pic>
        <p:pic>
          <p:nvPicPr>
            <p:cNvPr id="7" name="object 7"/>
            <p:cNvPicPr/>
            <p:nvPr/>
          </p:nvPicPr>
          <p:blipFill>
            <a:blip r:embed="rId4" cstate="print"/>
            <a:stretch>
              <a:fillRect/>
            </a:stretch>
          </p:blipFill>
          <p:spPr>
            <a:xfrm>
              <a:off x="69485" y="10050328"/>
              <a:ext cx="142686" cy="142686"/>
            </a:xfrm>
            <a:prstGeom prst="rect">
              <a:avLst/>
            </a:prstGeom>
          </p:spPr>
        </p:pic>
        <p:sp>
          <p:nvSpPr>
            <p:cNvPr id="8" name="object 8"/>
            <p:cNvSpPr/>
            <p:nvPr/>
          </p:nvSpPr>
          <p:spPr>
            <a:xfrm>
              <a:off x="0" y="10120389"/>
              <a:ext cx="635" cy="3175"/>
            </a:xfrm>
            <a:custGeom>
              <a:avLst/>
              <a:gdLst/>
              <a:ahLst/>
              <a:cxnLst/>
              <a:rect l="l" t="t" r="r" b="b"/>
              <a:pathLst>
                <a:path w="635" h="3175">
                  <a:moveTo>
                    <a:pt x="0" y="2566"/>
                  </a:moveTo>
                  <a:lnTo>
                    <a:pt x="0" y="0"/>
                  </a:lnTo>
                  <a:lnTo>
                    <a:pt x="259" y="1283"/>
                  </a:lnTo>
                  <a:lnTo>
                    <a:pt x="0" y="2566"/>
                  </a:lnTo>
                  <a:close/>
                </a:path>
              </a:pathLst>
            </a:custGeom>
            <a:solidFill>
              <a:srgbClr val="56C2D0"/>
            </a:solidFill>
          </p:spPr>
          <p:txBody>
            <a:bodyPr wrap="square" lIns="0" tIns="0" rIns="0" bIns="0" rtlCol="0"/>
            <a:lstStyle/>
            <a:p>
              <a:endParaRPr/>
            </a:p>
          </p:txBody>
        </p:sp>
        <p:pic>
          <p:nvPicPr>
            <p:cNvPr id="9" name="object 9"/>
            <p:cNvPicPr/>
            <p:nvPr/>
          </p:nvPicPr>
          <p:blipFill>
            <a:blip r:embed="rId5" cstate="print"/>
            <a:stretch>
              <a:fillRect/>
            </a:stretch>
          </p:blipFill>
          <p:spPr>
            <a:xfrm>
              <a:off x="493309" y="9838415"/>
              <a:ext cx="142686" cy="142686"/>
            </a:xfrm>
            <a:prstGeom prst="rect">
              <a:avLst/>
            </a:prstGeom>
          </p:spPr>
        </p:pic>
        <p:pic>
          <p:nvPicPr>
            <p:cNvPr id="10" name="object 10"/>
            <p:cNvPicPr/>
            <p:nvPr/>
          </p:nvPicPr>
          <p:blipFill>
            <a:blip r:embed="rId6" cstate="print"/>
            <a:stretch>
              <a:fillRect/>
            </a:stretch>
          </p:blipFill>
          <p:spPr>
            <a:xfrm>
              <a:off x="281397" y="9838415"/>
              <a:ext cx="142686" cy="142686"/>
            </a:xfrm>
            <a:prstGeom prst="rect">
              <a:avLst/>
            </a:prstGeom>
          </p:spPr>
        </p:pic>
        <p:pic>
          <p:nvPicPr>
            <p:cNvPr id="11" name="object 11"/>
            <p:cNvPicPr/>
            <p:nvPr/>
          </p:nvPicPr>
          <p:blipFill>
            <a:blip r:embed="rId5" cstate="print"/>
            <a:stretch>
              <a:fillRect/>
            </a:stretch>
          </p:blipFill>
          <p:spPr>
            <a:xfrm>
              <a:off x="69485" y="9838415"/>
              <a:ext cx="142686" cy="142686"/>
            </a:xfrm>
            <a:prstGeom prst="rect">
              <a:avLst/>
            </a:prstGeom>
          </p:spPr>
        </p:pic>
        <p:sp>
          <p:nvSpPr>
            <p:cNvPr id="12" name="object 12"/>
            <p:cNvSpPr/>
            <p:nvPr/>
          </p:nvSpPr>
          <p:spPr>
            <a:xfrm>
              <a:off x="0" y="9908476"/>
              <a:ext cx="635" cy="3175"/>
            </a:xfrm>
            <a:custGeom>
              <a:avLst/>
              <a:gdLst/>
              <a:ahLst/>
              <a:cxnLst/>
              <a:rect l="l" t="t" r="r" b="b"/>
              <a:pathLst>
                <a:path w="635" h="3175">
                  <a:moveTo>
                    <a:pt x="0" y="2566"/>
                  </a:moveTo>
                  <a:lnTo>
                    <a:pt x="0" y="0"/>
                  </a:lnTo>
                  <a:lnTo>
                    <a:pt x="259" y="1283"/>
                  </a:lnTo>
                  <a:lnTo>
                    <a:pt x="0" y="2566"/>
                  </a:lnTo>
                  <a:close/>
                </a:path>
              </a:pathLst>
            </a:custGeom>
            <a:solidFill>
              <a:srgbClr val="56C2D0"/>
            </a:solidFill>
          </p:spPr>
          <p:txBody>
            <a:bodyPr wrap="square" lIns="0" tIns="0" rIns="0" bIns="0" rtlCol="0"/>
            <a:lstStyle/>
            <a:p>
              <a:endParaRPr/>
            </a:p>
          </p:txBody>
        </p:sp>
        <p:pic>
          <p:nvPicPr>
            <p:cNvPr id="13" name="object 13"/>
            <p:cNvPicPr/>
            <p:nvPr/>
          </p:nvPicPr>
          <p:blipFill>
            <a:blip r:embed="rId5" cstate="print"/>
            <a:stretch>
              <a:fillRect/>
            </a:stretch>
          </p:blipFill>
          <p:spPr>
            <a:xfrm>
              <a:off x="493309" y="9626503"/>
              <a:ext cx="142686" cy="142686"/>
            </a:xfrm>
            <a:prstGeom prst="rect">
              <a:avLst/>
            </a:prstGeom>
          </p:spPr>
        </p:pic>
        <p:pic>
          <p:nvPicPr>
            <p:cNvPr id="14" name="object 14"/>
            <p:cNvPicPr/>
            <p:nvPr/>
          </p:nvPicPr>
          <p:blipFill>
            <a:blip r:embed="rId6" cstate="print"/>
            <a:stretch>
              <a:fillRect/>
            </a:stretch>
          </p:blipFill>
          <p:spPr>
            <a:xfrm>
              <a:off x="281397" y="9626503"/>
              <a:ext cx="142686" cy="142686"/>
            </a:xfrm>
            <a:prstGeom prst="rect">
              <a:avLst/>
            </a:prstGeom>
          </p:spPr>
        </p:pic>
        <p:pic>
          <p:nvPicPr>
            <p:cNvPr id="15" name="object 15"/>
            <p:cNvPicPr/>
            <p:nvPr/>
          </p:nvPicPr>
          <p:blipFill>
            <a:blip r:embed="rId5" cstate="print"/>
            <a:stretch>
              <a:fillRect/>
            </a:stretch>
          </p:blipFill>
          <p:spPr>
            <a:xfrm>
              <a:off x="69485" y="9626503"/>
              <a:ext cx="142686" cy="142686"/>
            </a:xfrm>
            <a:prstGeom prst="rect">
              <a:avLst/>
            </a:prstGeom>
          </p:spPr>
        </p:pic>
        <p:sp>
          <p:nvSpPr>
            <p:cNvPr id="16" name="object 16"/>
            <p:cNvSpPr/>
            <p:nvPr/>
          </p:nvSpPr>
          <p:spPr>
            <a:xfrm>
              <a:off x="0" y="9696564"/>
              <a:ext cx="635" cy="3175"/>
            </a:xfrm>
            <a:custGeom>
              <a:avLst/>
              <a:gdLst/>
              <a:ahLst/>
              <a:cxnLst/>
              <a:rect l="l" t="t" r="r" b="b"/>
              <a:pathLst>
                <a:path w="635" h="3175">
                  <a:moveTo>
                    <a:pt x="0" y="2566"/>
                  </a:moveTo>
                  <a:lnTo>
                    <a:pt x="0" y="0"/>
                  </a:lnTo>
                  <a:lnTo>
                    <a:pt x="259" y="1283"/>
                  </a:lnTo>
                  <a:lnTo>
                    <a:pt x="0" y="2566"/>
                  </a:lnTo>
                  <a:close/>
                </a:path>
              </a:pathLst>
            </a:custGeom>
            <a:solidFill>
              <a:srgbClr val="56C2D0"/>
            </a:solidFill>
          </p:spPr>
          <p:txBody>
            <a:bodyPr wrap="square" lIns="0" tIns="0" rIns="0" bIns="0" rtlCol="0"/>
            <a:lstStyle/>
            <a:p>
              <a:endParaRPr/>
            </a:p>
          </p:txBody>
        </p:sp>
        <p:pic>
          <p:nvPicPr>
            <p:cNvPr id="17" name="object 17"/>
            <p:cNvPicPr/>
            <p:nvPr/>
          </p:nvPicPr>
          <p:blipFill>
            <a:blip r:embed="rId5" cstate="print"/>
            <a:stretch>
              <a:fillRect/>
            </a:stretch>
          </p:blipFill>
          <p:spPr>
            <a:xfrm>
              <a:off x="493309" y="9414591"/>
              <a:ext cx="142686" cy="142686"/>
            </a:xfrm>
            <a:prstGeom prst="rect">
              <a:avLst/>
            </a:prstGeom>
          </p:spPr>
        </p:pic>
        <p:pic>
          <p:nvPicPr>
            <p:cNvPr id="18" name="object 18"/>
            <p:cNvPicPr/>
            <p:nvPr/>
          </p:nvPicPr>
          <p:blipFill>
            <a:blip r:embed="rId6" cstate="print"/>
            <a:stretch>
              <a:fillRect/>
            </a:stretch>
          </p:blipFill>
          <p:spPr>
            <a:xfrm>
              <a:off x="281397" y="9414591"/>
              <a:ext cx="142686" cy="142686"/>
            </a:xfrm>
            <a:prstGeom prst="rect">
              <a:avLst/>
            </a:prstGeom>
          </p:spPr>
        </p:pic>
        <p:pic>
          <p:nvPicPr>
            <p:cNvPr id="19" name="object 19"/>
            <p:cNvPicPr/>
            <p:nvPr/>
          </p:nvPicPr>
          <p:blipFill>
            <a:blip r:embed="rId5" cstate="print"/>
            <a:stretch>
              <a:fillRect/>
            </a:stretch>
          </p:blipFill>
          <p:spPr>
            <a:xfrm>
              <a:off x="69485" y="9414591"/>
              <a:ext cx="142686" cy="142686"/>
            </a:xfrm>
            <a:prstGeom prst="rect">
              <a:avLst/>
            </a:prstGeom>
          </p:spPr>
        </p:pic>
        <p:sp>
          <p:nvSpPr>
            <p:cNvPr id="20" name="object 20"/>
            <p:cNvSpPr/>
            <p:nvPr/>
          </p:nvSpPr>
          <p:spPr>
            <a:xfrm>
              <a:off x="0" y="9484652"/>
              <a:ext cx="635" cy="3175"/>
            </a:xfrm>
            <a:custGeom>
              <a:avLst/>
              <a:gdLst/>
              <a:ahLst/>
              <a:cxnLst/>
              <a:rect l="l" t="t" r="r" b="b"/>
              <a:pathLst>
                <a:path w="635" h="3175">
                  <a:moveTo>
                    <a:pt x="0" y="2566"/>
                  </a:moveTo>
                  <a:lnTo>
                    <a:pt x="0" y="0"/>
                  </a:lnTo>
                  <a:lnTo>
                    <a:pt x="259" y="1283"/>
                  </a:lnTo>
                  <a:lnTo>
                    <a:pt x="0" y="2566"/>
                  </a:lnTo>
                  <a:close/>
                </a:path>
              </a:pathLst>
            </a:custGeom>
            <a:solidFill>
              <a:srgbClr val="56C2D0"/>
            </a:solidFill>
          </p:spPr>
          <p:txBody>
            <a:bodyPr wrap="square" lIns="0" tIns="0" rIns="0" bIns="0" rtlCol="0"/>
            <a:lstStyle/>
            <a:p>
              <a:endParaRPr/>
            </a:p>
          </p:txBody>
        </p:sp>
        <p:pic>
          <p:nvPicPr>
            <p:cNvPr id="21" name="object 21"/>
            <p:cNvPicPr/>
            <p:nvPr/>
          </p:nvPicPr>
          <p:blipFill>
            <a:blip r:embed="rId7" cstate="print"/>
            <a:stretch>
              <a:fillRect/>
            </a:stretch>
          </p:blipFill>
          <p:spPr>
            <a:xfrm>
              <a:off x="493309" y="9210335"/>
              <a:ext cx="142686" cy="135030"/>
            </a:xfrm>
            <a:prstGeom prst="rect">
              <a:avLst/>
            </a:prstGeom>
          </p:spPr>
        </p:pic>
        <p:pic>
          <p:nvPicPr>
            <p:cNvPr id="22" name="object 22"/>
            <p:cNvPicPr/>
            <p:nvPr/>
          </p:nvPicPr>
          <p:blipFill>
            <a:blip r:embed="rId8" cstate="print"/>
            <a:stretch>
              <a:fillRect/>
            </a:stretch>
          </p:blipFill>
          <p:spPr>
            <a:xfrm>
              <a:off x="281397" y="9210335"/>
              <a:ext cx="142686" cy="135030"/>
            </a:xfrm>
            <a:prstGeom prst="rect">
              <a:avLst/>
            </a:prstGeom>
          </p:spPr>
        </p:pic>
        <p:pic>
          <p:nvPicPr>
            <p:cNvPr id="23" name="object 23"/>
            <p:cNvPicPr/>
            <p:nvPr/>
          </p:nvPicPr>
          <p:blipFill>
            <a:blip r:embed="rId7" cstate="print"/>
            <a:stretch>
              <a:fillRect/>
            </a:stretch>
          </p:blipFill>
          <p:spPr>
            <a:xfrm>
              <a:off x="69485" y="9210335"/>
              <a:ext cx="142686" cy="135030"/>
            </a:xfrm>
            <a:prstGeom prst="rect">
              <a:avLst/>
            </a:prstGeom>
          </p:spPr>
        </p:pic>
        <p:sp>
          <p:nvSpPr>
            <p:cNvPr id="24" name="object 24"/>
            <p:cNvSpPr/>
            <p:nvPr/>
          </p:nvSpPr>
          <p:spPr>
            <a:xfrm>
              <a:off x="0" y="9272739"/>
              <a:ext cx="635" cy="3175"/>
            </a:xfrm>
            <a:custGeom>
              <a:avLst/>
              <a:gdLst/>
              <a:ahLst/>
              <a:cxnLst/>
              <a:rect l="l" t="t" r="r" b="b"/>
              <a:pathLst>
                <a:path w="635" h="3175">
                  <a:moveTo>
                    <a:pt x="0" y="2566"/>
                  </a:moveTo>
                  <a:lnTo>
                    <a:pt x="0" y="0"/>
                  </a:lnTo>
                  <a:lnTo>
                    <a:pt x="259" y="1283"/>
                  </a:lnTo>
                  <a:lnTo>
                    <a:pt x="0" y="2566"/>
                  </a:lnTo>
                  <a:close/>
                </a:path>
              </a:pathLst>
            </a:custGeom>
            <a:solidFill>
              <a:srgbClr val="56C2D0"/>
            </a:solidFill>
          </p:spPr>
          <p:txBody>
            <a:bodyPr wrap="square" lIns="0" tIns="0" rIns="0" bIns="0" rtlCol="0"/>
            <a:lstStyle/>
            <a:p>
              <a:endParaRPr/>
            </a:p>
          </p:txBody>
        </p:sp>
      </p:grpSp>
      <p:grpSp>
        <p:nvGrpSpPr>
          <p:cNvPr id="25" name="object 25"/>
          <p:cNvGrpSpPr/>
          <p:nvPr/>
        </p:nvGrpSpPr>
        <p:grpSpPr>
          <a:xfrm>
            <a:off x="16181072" y="0"/>
            <a:ext cx="2106930" cy="3210560"/>
            <a:chOff x="16181072" y="0"/>
            <a:chExt cx="2106930" cy="3210560"/>
          </a:xfrm>
        </p:grpSpPr>
        <p:sp>
          <p:nvSpPr>
            <p:cNvPr id="26" name="object 26"/>
            <p:cNvSpPr/>
            <p:nvPr/>
          </p:nvSpPr>
          <p:spPr>
            <a:xfrm>
              <a:off x="16181070" y="11"/>
              <a:ext cx="2106930" cy="3210560"/>
            </a:xfrm>
            <a:custGeom>
              <a:avLst/>
              <a:gdLst/>
              <a:ahLst/>
              <a:cxnLst/>
              <a:rect l="l" t="t" r="r" b="b"/>
              <a:pathLst>
                <a:path w="2106930" h="3210560">
                  <a:moveTo>
                    <a:pt x="2106917" y="3145586"/>
                  </a:moveTo>
                  <a:lnTo>
                    <a:pt x="42621" y="0"/>
                  </a:lnTo>
                  <a:lnTo>
                    <a:pt x="0" y="0"/>
                  </a:lnTo>
                  <a:lnTo>
                    <a:pt x="2106917" y="3210369"/>
                  </a:lnTo>
                  <a:lnTo>
                    <a:pt x="2106917" y="3145586"/>
                  </a:lnTo>
                  <a:close/>
                </a:path>
                <a:path w="2106930" h="3210560">
                  <a:moveTo>
                    <a:pt x="2106917" y="0"/>
                  </a:moveTo>
                  <a:lnTo>
                    <a:pt x="896810" y="0"/>
                  </a:lnTo>
                  <a:lnTo>
                    <a:pt x="2106917" y="1789557"/>
                  </a:lnTo>
                  <a:lnTo>
                    <a:pt x="2106917" y="0"/>
                  </a:lnTo>
                  <a:close/>
                </a:path>
              </a:pathLst>
            </a:custGeom>
            <a:solidFill>
              <a:srgbClr val="9AD9E8"/>
            </a:solidFill>
          </p:spPr>
          <p:txBody>
            <a:bodyPr wrap="square" lIns="0" tIns="0" rIns="0" bIns="0" rtlCol="0"/>
            <a:lstStyle/>
            <a:p>
              <a:endParaRPr/>
            </a:p>
          </p:txBody>
        </p:sp>
        <p:pic>
          <p:nvPicPr>
            <p:cNvPr id="27" name="object 27"/>
            <p:cNvPicPr/>
            <p:nvPr/>
          </p:nvPicPr>
          <p:blipFill>
            <a:blip r:embed="rId9" cstate="print"/>
            <a:stretch>
              <a:fillRect/>
            </a:stretch>
          </p:blipFill>
          <p:spPr>
            <a:xfrm>
              <a:off x="17255931" y="1158"/>
              <a:ext cx="155774" cy="155774"/>
            </a:xfrm>
            <a:prstGeom prst="rect">
              <a:avLst/>
            </a:prstGeom>
          </p:spPr>
        </p:pic>
        <p:pic>
          <p:nvPicPr>
            <p:cNvPr id="28" name="object 28"/>
            <p:cNvPicPr/>
            <p:nvPr/>
          </p:nvPicPr>
          <p:blipFill>
            <a:blip r:embed="rId10" cstate="print"/>
            <a:stretch>
              <a:fillRect/>
            </a:stretch>
          </p:blipFill>
          <p:spPr>
            <a:xfrm>
              <a:off x="17487281" y="1158"/>
              <a:ext cx="155774" cy="155774"/>
            </a:xfrm>
            <a:prstGeom prst="rect">
              <a:avLst/>
            </a:prstGeom>
          </p:spPr>
        </p:pic>
        <p:pic>
          <p:nvPicPr>
            <p:cNvPr id="29" name="object 29"/>
            <p:cNvPicPr/>
            <p:nvPr/>
          </p:nvPicPr>
          <p:blipFill>
            <a:blip r:embed="rId9" cstate="print"/>
            <a:stretch>
              <a:fillRect/>
            </a:stretch>
          </p:blipFill>
          <p:spPr>
            <a:xfrm>
              <a:off x="17718632" y="1158"/>
              <a:ext cx="155774" cy="155774"/>
            </a:xfrm>
            <a:prstGeom prst="rect">
              <a:avLst/>
            </a:prstGeom>
          </p:spPr>
        </p:pic>
        <p:pic>
          <p:nvPicPr>
            <p:cNvPr id="30" name="object 30"/>
            <p:cNvPicPr/>
            <p:nvPr/>
          </p:nvPicPr>
          <p:blipFill>
            <a:blip r:embed="rId11" cstate="print"/>
            <a:stretch>
              <a:fillRect/>
            </a:stretch>
          </p:blipFill>
          <p:spPr>
            <a:xfrm>
              <a:off x="17255931" y="232508"/>
              <a:ext cx="155774" cy="155774"/>
            </a:xfrm>
            <a:prstGeom prst="rect">
              <a:avLst/>
            </a:prstGeom>
          </p:spPr>
        </p:pic>
        <p:pic>
          <p:nvPicPr>
            <p:cNvPr id="31" name="object 31"/>
            <p:cNvPicPr/>
            <p:nvPr/>
          </p:nvPicPr>
          <p:blipFill>
            <a:blip r:embed="rId12" cstate="print"/>
            <a:stretch>
              <a:fillRect/>
            </a:stretch>
          </p:blipFill>
          <p:spPr>
            <a:xfrm>
              <a:off x="17949982" y="1158"/>
              <a:ext cx="147239" cy="155774"/>
            </a:xfrm>
            <a:prstGeom prst="rect">
              <a:avLst/>
            </a:prstGeom>
          </p:spPr>
        </p:pic>
        <p:pic>
          <p:nvPicPr>
            <p:cNvPr id="32" name="object 32"/>
            <p:cNvPicPr/>
            <p:nvPr/>
          </p:nvPicPr>
          <p:blipFill>
            <a:blip r:embed="rId13" cstate="print"/>
            <a:stretch>
              <a:fillRect/>
            </a:stretch>
          </p:blipFill>
          <p:spPr>
            <a:xfrm>
              <a:off x="17487281" y="232508"/>
              <a:ext cx="155774" cy="155774"/>
            </a:xfrm>
            <a:prstGeom prst="rect">
              <a:avLst/>
            </a:prstGeom>
          </p:spPr>
        </p:pic>
        <p:pic>
          <p:nvPicPr>
            <p:cNvPr id="33" name="object 33"/>
            <p:cNvPicPr/>
            <p:nvPr/>
          </p:nvPicPr>
          <p:blipFill>
            <a:blip r:embed="rId14" cstate="print"/>
            <a:stretch>
              <a:fillRect/>
            </a:stretch>
          </p:blipFill>
          <p:spPr>
            <a:xfrm>
              <a:off x="17718632" y="232508"/>
              <a:ext cx="155774" cy="155774"/>
            </a:xfrm>
            <a:prstGeom prst="rect">
              <a:avLst/>
            </a:prstGeom>
          </p:spPr>
        </p:pic>
        <p:pic>
          <p:nvPicPr>
            <p:cNvPr id="34" name="object 34"/>
            <p:cNvPicPr/>
            <p:nvPr/>
          </p:nvPicPr>
          <p:blipFill>
            <a:blip r:embed="rId15" cstate="print"/>
            <a:stretch>
              <a:fillRect/>
            </a:stretch>
          </p:blipFill>
          <p:spPr>
            <a:xfrm>
              <a:off x="17949982" y="232508"/>
              <a:ext cx="147239" cy="155774"/>
            </a:xfrm>
            <a:prstGeom prst="rect">
              <a:avLst/>
            </a:prstGeom>
          </p:spPr>
        </p:pic>
        <p:pic>
          <p:nvPicPr>
            <p:cNvPr id="35" name="object 35"/>
            <p:cNvPicPr/>
            <p:nvPr/>
          </p:nvPicPr>
          <p:blipFill>
            <a:blip r:embed="rId9" cstate="print"/>
            <a:stretch>
              <a:fillRect/>
            </a:stretch>
          </p:blipFill>
          <p:spPr>
            <a:xfrm>
              <a:off x="17255931" y="463858"/>
              <a:ext cx="155774" cy="155774"/>
            </a:xfrm>
            <a:prstGeom prst="rect">
              <a:avLst/>
            </a:prstGeom>
          </p:spPr>
        </p:pic>
        <p:pic>
          <p:nvPicPr>
            <p:cNvPr id="36" name="object 36"/>
            <p:cNvPicPr/>
            <p:nvPr/>
          </p:nvPicPr>
          <p:blipFill>
            <a:blip r:embed="rId10" cstate="print"/>
            <a:stretch>
              <a:fillRect/>
            </a:stretch>
          </p:blipFill>
          <p:spPr>
            <a:xfrm>
              <a:off x="17487281" y="463858"/>
              <a:ext cx="155774" cy="155774"/>
            </a:xfrm>
            <a:prstGeom prst="rect">
              <a:avLst/>
            </a:prstGeom>
          </p:spPr>
        </p:pic>
        <p:pic>
          <p:nvPicPr>
            <p:cNvPr id="37" name="object 37"/>
            <p:cNvPicPr/>
            <p:nvPr/>
          </p:nvPicPr>
          <p:blipFill>
            <a:blip r:embed="rId9" cstate="print"/>
            <a:stretch>
              <a:fillRect/>
            </a:stretch>
          </p:blipFill>
          <p:spPr>
            <a:xfrm>
              <a:off x="17718632" y="463858"/>
              <a:ext cx="155774" cy="155774"/>
            </a:xfrm>
            <a:prstGeom prst="rect">
              <a:avLst/>
            </a:prstGeom>
          </p:spPr>
        </p:pic>
        <p:pic>
          <p:nvPicPr>
            <p:cNvPr id="38" name="object 38"/>
            <p:cNvPicPr/>
            <p:nvPr/>
          </p:nvPicPr>
          <p:blipFill>
            <a:blip r:embed="rId12" cstate="print"/>
            <a:stretch>
              <a:fillRect/>
            </a:stretch>
          </p:blipFill>
          <p:spPr>
            <a:xfrm>
              <a:off x="17949982" y="463858"/>
              <a:ext cx="147239" cy="155774"/>
            </a:xfrm>
            <a:prstGeom prst="rect">
              <a:avLst/>
            </a:prstGeom>
          </p:spPr>
        </p:pic>
        <p:pic>
          <p:nvPicPr>
            <p:cNvPr id="39" name="object 39"/>
            <p:cNvPicPr/>
            <p:nvPr/>
          </p:nvPicPr>
          <p:blipFill>
            <a:blip r:embed="rId9" cstate="print"/>
            <a:stretch>
              <a:fillRect/>
            </a:stretch>
          </p:blipFill>
          <p:spPr>
            <a:xfrm>
              <a:off x="17255931" y="695208"/>
              <a:ext cx="155774" cy="155774"/>
            </a:xfrm>
            <a:prstGeom prst="rect">
              <a:avLst/>
            </a:prstGeom>
          </p:spPr>
        </p:pic>
        <p:pic>
          <p:nvPicPr>
            <p:cNvPr id="40" name="object 40"/>
            <p:cNvPicPr/>
            <p:nvPr/>
          </p:nvPicPr>
          <p:blipFill>
            <a:blip r:embed="rId10" cstate="print"/>
            <a:stretch>
              <a:fillRect/>
            </a:stretch>
          </p:blipFill>
          <p:spPr>
            <a:xfrm>
              <a:off x="17487281" y="695208"/>
              <a:ext cx="155774" cy="155774"/>
            </a:xfrm>
            <a:prstGeom prst="rect">
              <a:avLst/>
            </a:prstGeom>
          </p:spPr>
        </p:pic>
        <p:pic>
          <p:nvPicPr>
            <p:cNvPr id="41" name="object 41"/>
            <p:cNvPicPr/>
            <p:nvPr/>
          </p:nvPicPr>
          <p:blipFill>
            <a:blip r:embed="rId9" cstate="print"/>
            <a:stretch>
              <a:fillRect/>
            </a:stretch>
          </p:blipFill>
          <p:spPr>
            <a:xfrm>
              <a:off x="17718632" y="695208"/>
              <a:ext cx="155774" cy="155774"/>
            </a:xfrm>
            <a:prstGeom prst="rect">
              <a:avLst/>
            </a:prstGeom>
          </p:spPr>
        </p:pic>
        <p:pic>
          <p:nvPicPr>
            <p:cNvPr id="42" name="object 42"/>
            <p:cNvPicPr/>
            <p:nvPr/>
          </p:nvPicPr>
          <p:blipFill>
            <a:blip r:embed="rId12" cstate="print"/>
            <a:stretch>
              <a:fillRect/>
            </a:stretch>
          </p:blipFill>
          <p:spPr>
            <a:xfrm>
              <a:off x="17949982" y="695209"/>
              <a:ext cx="147239" cy="155774"/>
            </a:xfrm>
            <a:prstGeom prst="rect">
              <a:avLst/>
            </a:prstGeom>
          </p:spPr>
        </p:pic>
        <p:pic>
          <p:nvPicPr>
            <p:cNvPr id="43" name="object 43"/>
            <p:cNvPicPr/>
            <p:nvPr/>
          </p:nvPicPr>
          <p:blipFill>
            <a:blip r:embed="rId16" cstate="print"/>
            <a:stretch>
              <a:fillRect/>
            </a:stretch>
          </p:blipFill>
          <p:spPr>
            <a:xfrm>
              <a:off x="17255931" y="926558"/>
              <a:ext cx="155774" cy="155774"/>
            </a:xfrm>
            <a:prstGeom prst="rect">
              <a:avLst/>
            </a:prstGeom>
          </p:spPr>
        </p:pic>
        <p:pic>
          <p:nvPicPr>
            <p:cNvPr id="44" name="object 44"/>
            <p:cNvPicPr/>
            <p:nvPr/>
          </p:nvPicPr>
          <p:blipFill>
            <a:blip r:embed="rId17" cstate="print"/>
            <a:stretch>
              <a:fillRect/>
            </a:stretch>
          </p:blipFill>
          <p:spPr>
            <a:xfrm>
              <a:off x="17487281" y="926558"/>
              <a:ext cx="155774" cy="155774"/>
            </a:xfrm>
            <a:prstGeom prst="rect">
              <a:avLst/>
            </a:prstGeom>
          </p:spPr>
        </p:pic>
        <p:pic>
          <p:nvPicPr>
            <p:cNvPr id="45" name="object 45"/>
            <p:cNvPicPr/>
            <p:nvPr/>
          </p:nvPicPr>
          <p:blipFill>
            <a:blip r:embed="rId9" cstate="print"/>
            <a:stretch>
              <a:fillRect/>
            </a:stretch>
          </p:blipFill>
          <p:spPr>
            <a:xfrm>
              <a:off x="17718632" y="926558"/>
              <a:ext cx="155774" cy="155774"/>
            </a:xfrm>
            <a:prstGeom prst="rect">
              <a:avLst/>
            </a:prstGeom>
          </p:spPr>
        </p:pic>
        <p:pic>
          <p:nvPicPr>
            <p:cNvPr id="46" name="object 46"/>
            <p:cNvPicPr/>
            <p:nvPr/>
          </p:nvPicPr>
          <p:blipFill>
            <a:blip r:embed="rId12" cstate="print"/>
            <a:stretch>
              <a:fillRect/>
            </a:stretch>
          </p:blipFill>
          <p:spPr>
            <a:xfrm>
              <a:off x="17949982" y="926559"/>
              <a:ext cx="147239" cy="155774"/>
            </a:xfrm>
            <a:prstGeom prst="rect">
              <a:avLst/>
            </a:prstGeom>
          </p:spPr>
        </p:pic>
        <p:pic>
          <p:nvPicPr>
            <p:cNvPr id="47" name="object 47"/>
            <p:cNvPicPr/>
            <p:nvPr/>
          </p:nvPicPr>
          <p:blipFill>
            <a:blip r:embed="rId18" cstate="print"/>
            <a:stretch>
              <a:fillRect/>
            </a:stretch>
          </p:blipFill>
          <p:spPr>
            <a:xfrm>
              <a:off x="17255931" y="1157909"/>
              <a:ext cx="155774" cy="147416"/>
            </a:xfrm>
            <a:prstGeom prst="rect">
              <a:avLst/>
            </a:prstGeom>
          </p:spPr>
        </p:pic>
        <p:pic>
          <p:nvPicPr>
            <p:cNvPr id="48" name="object 48"/>
            <p:cNvPicPr/>
            <p:nvPr/>
          </p:nvPicPr>
          <p:blipFill>
            <a:blip r:embed="rId19" cstate="print"/>
            <a:stretch>
              <a:fillRect/>
            </a:stretch>
          </p:blipFill>
          <p:spPr>
            <a:xfrm>
              <a:off x="17487281" y="1157909"/>
              <a:ext cx="155774" cy="147416"/>
            </a:xfrm>
            <a:prstGeom prst="rect">
              <a:avLst/>
            </a:prstGeom>
          </p:spPr>
        </p:pic>
        <p:pic>
          <p:nvPicPr>
            <p:cNvPr id="49" name="object 49"/>
            <p:cNvPicPr/>
            <p:nvPr/>
          </p:nvPicPr>
          <p:blipFill>
            <a:blip r:embed="rId18" cstate="print"/>
            <a:stretch>
              <a:fillRect/>
            </a:stretch>
          </p:blipFill>
          <p:spPr>
            <a:xfrm>
              <a:off x="17718632" y="1157909"/>
              <a:ext cx="155774" cy="147416"/>
            </a:xfrm>
            <a:prstGeom prst="rect">
              <a:avLst/>
            </a:prstGeom>
          </p:spPr>
        </p:pic>
        <p:pic>
          <p:nvPicPr>
            <p:cNvPr id="50" name="object 50"/>
            <p:cNvPicPr/>
            <p:nvPr/>
          </p:nvPicPr>
          <p:blipFill>
            <a:blip r:embed="rId20" cstate="print"/>
            <a:stretch>
              <a:fillRect/>
            </a:stretch>
          </p:blipFill>
          <p:spPr>
            <a:xfrm>
              <a:off x="17949982" y="1157909"/>
              <a:ext cx="147239" cy="147416"/>
            </a:xfrm>
            <a:prstGeom prst="rect">
              <a:avLst/>
            </a:prstGeom>
          </p:spPr>
        </p:pic>
      </p:grpSp>
      <p:grpSp>
        <p:nvGrpSpPr>
          <p:cNvPr id="51" name="object 51"/>
          <p:cNvGrpSpPr/>
          <p:nvPr/>
        </p:nvGrpSpPr>
        <p:grpSpPr>
          <a:xfrm>
            <a:off x="4787729" y="521688"/>
            <a:ext cx="8512175" cy="1905000"/>
            <a:chOff x="4787729" y="521688"/>
            <a:chExt cx="8512175" cy="1905000"/>
          </a:xfrm>
        </p:grpSpPr>
        <p:sp>
          <p:nvSpPr>
            <p:cNvPr id="52" name="object 52"/>
            <p:cNvSpPr/>
            <p:nvPr/>
          </p:nvSpPr>
          <p:spPr>
            <a:xfrm>
              <a:off x="4854404" y="588362"/>
              <a:ext cx="8378825" cy="1773555"/>
            </a:xfrm>
            <a:custGeom>
              <a:avLst/>
              <a:gdLst/>
              <a:ahLst/>
              <a:cxnLst/>
              <a:rect l="l" t="t" r="r" b="b"/>
              <a:pathLst>
                <a:path w="8378825" h="1773555">
                  <a:moveTo>
                    <a:pt x="8378464" y="1363241"/>
                  </a:moveTo>
                  <a:lnTo>
                    <a:pt x="0" y="1363241"/>
                  </a:lnTo>
                  <a:lnTo>
                    <a:pt x="0" y="0"/>
                  </a:lnTo>
                  <a:lnTo>
                    <a:pt x="8378464" y="0"/>
                  </a:lnTo>
                  <a:lnTo>
                    <a:pt x="8378464" y="1363241"/>
                  </a:lnTo>
                  <a:close/>
                </a:path>
                <a:path w="8378825" h="1773555">
                  <a:moveTo>
                    <a:pt x="343581" y="1773322"/>
                  </a:moveTo>
                  <a:lnTo>
                    <a:pt x="343581" y="1363241"/>
                  </a:lnTo>
                  <a:lnTo>
                    <a:pt x="1011347" y="1363241"/>
                  </a:lnTo>
                  <a:lnTo>
                    <a:pt x="343581" y="1773322"/>
                  </a:lnTo>
                  <a:close/>
                </a:path>
              </a:pathLst>
            </a:custGeom>
            <a:solidFill>
              <a:srgbClr val="9AD9E8"/>
            </a:solidFill>
          </p:spPr>
          <p:txBody>
            <a:bodyPr wrap="square" lIns="0" tIns="0" rIns="0" bIns="0" rtlCol="0"/>
            <a:lstStyle/>
            <a:p>
              <a:endParaRPr/>
            </a:p>
          </p:txBody>
        </p:sp>
        <p:sp>
          <p:nvSpPr>
            <p:cNvPr id="53" name="object 53"/>
            <p:cNvSpPr/>
            <p:nvPr/>
          </p:nvSpPr>
          <p:spPr>
            <a:xfrm>
              <a:off x="5131368" y="1951604"/>
              <a:ext cx="133350" cy="408940"/>
            </a:xfrm>
            <a:custGeom>
              <a:avLst/>
              <a:gdLst/>
              <a:ahLst/>
              <a:cxnLst/>
              <a:rect l="l" t="t" r="r" b="b"/>
              <a:pathLst>
                <a:path w="133350" h="408939">
                  <a:moveTo>
                    <a:pt x="0" y="0"/>
                  </a:moveTo>
                  <a:lnTo>
                    <a:pt x="133349" y="0"/>
                  </a:lnTo>
                  <a:lnTo>
                    <a:pt x="133349" y="408408"/>
                  </a:lnTo>
                  <a:lnTo>
                    <a:pt x="0" y="408408"/>
                  </a:lnTo>
                  <a:lnTo>
                    <a:pt x="0" y="0"/>
                  </a:lnTo>
                  <a:close/>
                </a:path>
              </a:pathLst>
            </a:custGeom>
            <a:solidFill>
              <a:srgbClr val="56C2D0"/>
            </a:solidFill>
          </p:spPr>
          <p:txBody>
            <a:bodyPr wrap="square" lIns="0" tIns="0" rIns="0" bIns="0" rtlCol="0"/>
            <a:lstStyle/>
            <a:p>
              <a:endParaRPr/>
            </a:p>
          </p:txBody>
        </p:sp>
        <p:sp>
          <p:nvSpPr>
            <p:cNvPr id="54" name="object 54"/>
            <p:cNvSpPr/>
            <p:nvPr/>
          </p:nvSpPr>
          <p:spPr>
            <a:xfrm>
              <a:off x="4854404" y="588363"/>
              <a:ext cx="8378825" cy="1771650"/>
            </a:xfrm>
            <a:custGeom>
              <a:avLst/>
              <a:gdLst/>
              <a:ahLst/>
              <a:cxnLst/>
              <a:rect l="l" t="t" r="r" b="b"/>
              <a:pathLst>
                <a:path w="8378825" h="1771650">
                  <a:moveTo>
                    <a:pt x="346304" y="1771650"/>
                  </a:moveTo>
                  <a:lnTo>
                    <a:pt x="1011392" y="1363213"/>
                  </a:lnTo>
                </a:path>
                <a:path w="8378825" h="1771650">
                  <a:moveTo>
                    <a:pt x="1011392" y="1363241"/>
                  </a:moveTo>
                  <a:lnTo>
                    <a:pt x="8378361" y="1363241"/>
                  </a:lnTo>
                  <a:lnTo>
                    <a:pt x="8378361" y="0"/>
                  </a:lnTo>
                  <a:lnTo>
                    <a:pt x="65" y="0"/>
                  </a:lnTo>
                  <a:lnTo>
                    <a:pt x="0" y="1363214"/>
                  </a:lnTo>
                  <a:lnTo>
                    <a:pt x="343639" y="1363241"/>
                  </a:lnTo>
                </a:path>
              </a:pathLst>
            </a:custGeom>
            <a:ln w="133349">
              <a:solidFill>
                <a:srgbClr val="56C2D0"/>
              </a:solidFill>
            </a:ln>
          </p:spPr>
          <p:txBody>
            <a:bodyPr wrap="square" lIns="0" tIns="0" rIns="0" bIns="0" rtlCol="0"/>
            <a:lstStyle/>
            <a:p>
              <a:endParaRPr/>
            </a:p>
          </p:txBody>
        </p:sp>
      </p:grpSp>
      <p:sp>
        <p:nvSpPr>
          <p:cNvPr id="55" name="object 55"/>
          <p:cNvSpPr txBox="1">
            <a:spLocks noGrp="1"/>
          </p:cNvSpPr>
          <p:nvPr>
            <p:ph type="title"/>
          </p:nvPr>
        </p:nvSpPr>
        <p:spPr>
          <a:xfrm>
            <a:off x="1262397" y="263508"/>
            <a:ext cx="15763205" cy="1373890"/>
          </a:xfrm>
          <a:prstGeom prst="rect">
            <a:avLst/>
          </a:prstGeom>
        </p:spPr>
        <p:txBody>
          <a:bodyPr vert="horz" wrap="square" lIns="0" tIns="537643" rIns="0" bIns="0" rtlCol="0">
            <a:spAutoFit/>
          </a:bodyPr>
          <a:lstStyle/>
          <a:p>
            <a:pPr marL="5699125">
              <a:lnSpc>
                <a:spcPct val="100000"/>
              </a:lnSpc>
              <a:spcBef>
                <a:spcPts val="100"/>
              </a:spcBef>
            </a:pPr>
            <a:r>
              <a:rPr lang="en-US" sz="5400" dirty="0">
                <a:latin typeface="Times New Roman"/>
                <a:cs typeface="Times New Roman"/>
              </a:rPr>
              <a:t>Tech Stack</a:t>
            </a:r>
            <a:endParaRPr spc="665" dirty="0"/>
          </a:p>
        </p:txBody>
      </p:sp>
      <p:sp>
        <p:nvSpPr>
          <p:cNvPr id="64" name="object 64"/>
          <p:cNvSpPr txBox="1"/>
          <p:nvPr/>
        </p:nvSpPr>
        <p:spPr>
          <a:xfrm>
            <a:off x="1946107" y="1972948"/>
            <a:ext cx="15997676" cy="5472973"/>
          </a:xfrm>
          <a:prstGeom prst="rect">
            <a:avLst/>
          </a:prstGeom>
        </p:spPr>
        <p:txBody>
          <a:bodyPr vert="horz" wrap="square" lIns="0" tIns="41910" rIns="0" bIns="0" rtlCol="0">
            <a:spAutoFit/>
          </a:bodyPr>
          <a:lstStyle/>
          <a:p>
            <a:pPr marL="12700" marR="5080">
              <a:lnSpc>
                <a:spcPct val="142400"/>
              </a:lnSpc>
              <a:spcBef>
                <a:spcPts val="330"/>
              </a:spcBef>
              <a:tabLst>
                <a:tab pos="1530985" algn="l"/>
                <a:tab pos="2760980" algn="l"/>
                <a:tab pos="3338195" algn="l"/>
                <a:tab pos="5441315" algn="l"/>
                <a:tab pos="6959600" algn="l"/>
                <a:tab pos="8195309" algn="l"/>
                <a:tab pos="8709025" algn="l"/>
                <a:tab pos="9736455" algn="l"/>
                <a:tab pos="11123295" algn="l"/>
                <a:tab pos="12219305" algn="l"/>
                <a:tab pos="13006069" algn="l"/>
                <a:tab pos="14013180" algn="l"/>
                <a:tab pos="14736444" algn="l"/>
                <a:tab pos="15381605" algn="l"/>
                <a:tab pos="16227425" algn="l"/>
              </a:tabLst>
            </a:pPr>
            <a:endParaRPr lang="en-US" sz="3100" dirty="0">
              <a:latin typeface="Times New Roman"/>
              <a:cs typeface="Times New Roman"/>
            </a:endParaRPr>
          </a:p>
          <a:p>
            <a:pPr marL="12700" marR="5080">
              <a:lnSpc>
                <a:spcPct val="142400"/>
              </a:lnSpc>
              <a:spcBef>
                <a:spcPts val="330"/>
              </a:spcBef>
              <a:tabLst>
                <a:tab pos="1530985" algn="l"/>
                <a:tab pos="2760980" algn="l"/>
                <a:tab pos="3338195" algn="l"/>
                <a:tab pos="5441315" algn="l"/>
                <a:tab pos="6959600" algn="l"/>
                <a:tab pos="8195309" algn="l"/>
                <a:tab pos="8709025" algn="l"/>
                <a:tab pos="9736455" algn="l"/>
                <a:tab pos="11123295" algn="l"/>
                <a:tab pos="12219305" algn="l"/>
                <a:tab pos="13006069" algn="l"/>
                <a:tab pos="14013180" algn="l"/>
                <a:tab pos="14736444" algn="l"/>
                <a:tab pos="15381605" algn="l"/>
                <a:tab pos="16227425" algn="l"/>
              </a:tabLst>
            </a:pPr>
            <a:endParaRPr lang="en-US" sz="3100" dirty="0">
              <a:latin typeface="Times New Roman"/>
              <a:cs typeface="Times New Roman"/>
            </a:endParaRPr>
          </a:p>
          <a:p>
            <a:pPr marL="469900" marR="5080" indent="-457200">
              <a:lnSpc>
                <a:spcPct val="142400"/>
              </a:lnSpc>
              <a:spcBef>
                <a:spcPts val="330"/>
              </a:spcBef>
              <a:buFont typeface="Wingdings" panose="05000000000000000000" pitchFamily="2" charset="2"/>
              <a:buChar char="v"/>
              <a:tabLst>
                <a:tab pos="1530985" algn="l"/>
                <a:tab pos="2760980" algn="l"/>
                <a:tab pos="3338195" algn="l"/>
                <a:tab pos="5441315" algn="l"/>
                <a:tab pos="6959600" algn="l"/>
                <a:tab pos="8195309" algn="l"/>
                <a:tab pos="8709025" algn="l"/>
                <a:tab pos="9736455" algn="l"/>
                <a:tab pos="11123295" algn="l"/>
                <a:tab pos="12219305" algn="l"/>
                <a:tab pos="13006069" algn="l"/>
                <a:tab pos="14013180" algn="l"/>
                <a:tab pos="14736444" algn="l"/>
                <a:tab pos="15381605" algn="l"/>
                <a:tab pos="16227425" algn="l"/>
              </a:tabLst>
            </a:pPr>
            <a:r>
              <a:rPr lang="en-US" sz="3600" dirty="0">
                <a:latin typeface="Times New Roman"/>
                <a:cs typeface="Times New Roman"/>
              </a:rPr>
              <a:t>Backend: Python Flask</a:t>
            </a:r>
          </a:p>
          <a:p>
            <a:pPr marL="469900" marR="5080" indent="-457200">
              <a:lnSpc>
                <a:spcPct val="142400"/>
              </a:lnSpc>
              <a:spcBef>
                <a:spcPts val="330"/>
              </a:spcBef>
              <a:buFont typeface="Wingdings" panose="05000000000000000000" pitchFamily="2" charset="2"/>
              <a:buChar char="v"/>
              <a:tabLst>
                <a:tab pos="1530985" algn="l"/>
                <a:tab pos="2760980" algn="l"/>
                <a:tab pos="3338195" algn="l"/>
                <a:tab pos="5441315" algn="l"/>
                <a:tab pos="6959600" algn="l"/>
                <a:tab pos="8195309" algn="l"/>
                <a:tab pos="8709025" algn="l"/>
                <a:tab pos="9736455" algn="l"/>
                <a:tab pos="11123295" algn="l"/>
                <a:tab pos="12219305" algn="l"/>
                <a:tab pos="13006069" algn="l"/>
                <a:tab pos="14013180" algn="l"/>
                <a:tab pos="14736444" algn="l"/>
                <a:tab pos="15381605" algn="l"/>
                <a:tab pos="16227425" algn="l"/>
              </a:tabLst>
            </a:pPr>
            <a:r>
              <a:rPr lang="en-US" sz="3600" dirty="0">
                <a:latin typeface="Times New Roman"/>
                <a:cs typeface="Times New Roman"/>
              </a:rPr>
              <a:t>Machine Learning: Scikit-learn / TensorFlow / Pandas / NumPy</a:t>
            </a:r>
          </a:p>
          <a:p>
            <a:pPr marL="469900" marR="5080" indent="-457200">
              <a:lnSpc>
                <a:spcPct val="142400"/>
              </a:lnSpc>
              <a:spcBef>
                <a:spcPts val="330"/>
              </a:spcBef>
              <a:buFont typeface="Wingdings" panose="05000000000000000000" pitchFamily="2" charset="2"/>
              <a:buChar char="v"/>
              <a:tabLst>
                <a:tab pos="1530985" algn="l"/>
                <a:tab pos="2760980" algn="l"/>
                <a:tab pos="3338195" algn="l"/>
                <a:tab pos="5441315" algn="l"/>
                <a:tab pos="6959600" algn="l"/>
                <a:tab pos="8195309" algn="l"/>
                <a:tab pos="8709025" algn="l"/>
                <a:tab pos="9736455" algn="l"/>
                <a:tab pos="11123295" algn="l"/>
                <a:tab pos="12219305" algn="l"/>
                <a:tab pos="13006069" algn="l"/>
                <a:tab pos="14013180" algn="l"/>
                <a:tab pos="14736444" algn="l"/>
                <a:tab pos="15381605" algn="l"/>
                <a:tab pos="16227425" algn="l"/>
              </a:tabLst>
            </a:pPr>
            <a:r>
              <a:rPr lang="en-US" sz="3600" dirty="0">
                <a:latin typeface="Times New Roman"/>
                <a:cs typeface="Times New Roman"/>
              </a:rPr>
              <a:t>Frontend: HTML5, CSS3, JavaScript</a:t>
            </a:r>
          </a:p>
          <a:p>
            <a:pPr marL="469900" marR="5080" indent="-457200">
              <a:lnSpc>
                <a:spcPct val="142400"/>
              </a:lnSpc>
              <a:spcBef>
                <a:spcPts val="330"/>
              </a:spcBef>
              <a:buFont typeface="Wingdings" panose="05000000000000000000" pitchFamily="2" charset="2"/>
              <a:buChar char="v"/>
              <a:tabLst>
                <a:tab pos="1530985" algn="l"/>
                <a:tab pos="2760980" algn="l"/>
                <a:tab pos="3338195" algn="l"/>
                <a:tab pos="5441315" algn="l"/>
                <a:tab pos="6959600" algn="l"/>
                <a:tab pos="8195309" algn="l"/>
                <a:tab pos="8709025" algn="l"/>
                <a:tab pos="9736455" algn="l"/>
                <a:tab pos="11123295" algn="l"/>
                <a:tab pos="12219305" algn="l"/>
                <a:tab pos="13006069" algn="l"/>
                <a:tab pos="14013180" algn="l"/>
                <a:tab pos="14736444" algn="l"/>
                <a:tab pos="15381605" algn="l"/>
                <a:tab pos="16227425" algn="l"/>
              </a:tabLst>
            </a:pPr>
            <a:r>
              <a:rPr lang="en-US" sz="3600" dirty="0">
                <a:latin typeface="Times New Roman"/>
                <a:cs typeface="Times New Roman"/>
              </a:rPr>
              <a:t>Dataset: NSL-KDD / CICIDS2017 Network Intrusion Dataset</a:t>
            </a:r>
          </a:p>
          <a:p>
            <a:pPr marL="469900" marR="5080" indent="-457200">
              <a:lnSpc>
                <a:spcPct val="142400"/>
              </a:lnSpc>
              <a:spcBef>
                <a:spcPts val="330"/>
              </a:spcBef>
              <a:buFont typeface="Wingdings" panose="05000000000000000000" pitchFamily="2" charset="2"/>
              <a:buChar char="v"/>
              <a:tabLst>
                <a:tab pos="1530985" algn="l"/>
                <a:tab pos="2760980" algn="l"/>
                <a:tab pos="3338195" algn="l"/>
                <a:tab pos="5441315" algn="l"/>
                <a:tab pos="6959600" algn="l"/>
                <a:tab pos="8195309" algn="l"/>
                <a:tab pos="8709025" algn="l"/>
                <a:tab pos="9736455" algn="l"/>
                <a:tab pos="11123295" algn="l"/>
                <a:tab pos="12219305" algn="l"/>
                <a:tab pos="13006069" algn="l"/>
                <a:tab pos="14013180" algn="l"/>
                <a:tab pos="14736444" algn="l"/>
                <a:tab pos="15381605" algn="l"/>
                <a:tab pos="16227425" algn="l"/>
              </a:tabLst>
            </a:pPr>
            <a:r>
              <a:rPr lang="en-US" sz="3600" dirty="0">
                <a:latin typeface="Times New Roman"/>
                <a:cs typeface="Times New Roman"/>
              </a:rPr>
              <a:t>Visualization: Matplotlib / Seaborn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8254322"/>
            <a:ext cx="1334135" cy="2033270"/>
            <a:chOff x="0" y="8254322"/>
            <a:chExt cx="1334135" cy="2033270"/>
          </a:xfrm>
        </p:grpSpPr>
        <p:sp>
          <p:nvSpPr>
            <p:cNvPr id="3" name="object 3"/>
            <p:cNvSpPr/>
            <p:nvPr/>
          </p:nvSpPr>
          <p:spPr>
            <a:xfrm>
              <a:off x="0" y="8254326"/>
              <a:ext cx="1334135" cy="2033270"/>
            </a:xfrm>
            <a:custGeom>
              <a:avLst/>
              <a:gdLst/>
              <a:ahLst/>
              <a:cxnLst/>
              <a:rect l="l" t="t" r="r" b="b"/>
              <a:pathLst>
                <a:path w="1334135" h="2033270">
                  <a:moveTo>
                    <a:pt x="537654" y="2032685"/>
                  </a:moveTo>
                  <a:lnTo>
                    <a:pt x="0" y="1237576"/>
                  </a:lnTo>
                  <a:lnTo>
                    <a:pt x="0" y="2032685"/>
                  </a:lnTo>
                  <a:lnTo>
                    <a:pt x="537654" y="2032685"/>
                  </a:lnTo>
                  <a:close/>
                </a:path>
                <a:path w="1334135" h="2033270">
                  <a:moveTo>
                    <a:pt x="1334008" y="2032685"/>
                  </a:moveTo>
                  <a:lnTo>
                    <a:pt x="0" y="0"/>
                  </a:lnTo>
                  <a:lnTo>
                    <a:pt x="0" y="57327"/>
                  </a:lnTo>
                  <a:lnTo>
                    <a:pt x="1296327" y="2032685"/>
                  </a:lnTo>
                  <a:lnTo>
                    <a:pt x="1334008" y="2032685"/>
                  </a:lnTo>
                  <a:close/>
                </a:path>
              </a:pathLst>
            </a:custGeom>
            <a:solidFill>
              <a:srgbClr val="9AD9E8"/>
            </a:solidFill>
          </p:spPr>
          <p:txBody>
            <a:bodyPr wrap="square" lIns="0" tIns="0" rIns="0" bIns="0" rtlCol="0"/>
            <a:lstStyle/>
            <a:p>
              <a:endParaRPr/>
            </a:p>
          </p:txBody>
        </p:sp>
        <p:pic>
          <p:nvPicPr>
            <p:cNvPr id="4" name="object 4"/>
            <p:cNvPicPr/>
            <p:nvPr/>
          </p:nvPicPr>
          <p:blipFill>
            <a:blip r:embed="rId2" cstate="print"/>
            <a:stretch>
              <a:fillRect/>
            </a:stretch>
          </p:blipFill>
          <p:spPr>
            <a:xfrm>
              <a:off x="349724" y="10102287"/>
              <a:ext cx="137777" cy="137777"/>
            </a:xfrm>
            <a:prstGeom prst="rect">
              <a:avLst/>
            </a:prstGeom>
          </p:spPr>
        </p:pic>
        <p:pic>
          <p:nvPicPr>
            <p:cNvPr id="5" name="object 5"/>
            <p:cNvPicPr/>
            <p:nvPr/>
          </p:nvPicPr>
          <p:blipFill>
            <a:blip r:embed="rId3" cstate="print"/>
            <a:stretch>
              <a:fillRect/>
            </a:stretch>
          </p:blipFill>
          <p:spPr>
            <a:xfrm>
              <a:off x="145103" y="10102287"/>
              <a:ext cx="137777" cy="137777"/>
            </a:xfrm>
            <a:prstGeom prst="rect">
              <a:avLst/>
            </a:prstGeom>
          </p:spPr>
        </p:pic>
        <p:pic>
          <p:nvPicPr>
            <p:cNvPr id="6" name="object 6"/>
            <p:cNvPicPr/>
            <p:nvPr/>
          </p:nvPicPr>
          <p:blipFill>
            <a:blip r:embed="rId4" cstate="print"/>
            <a:stretch>
              <a:fillRect/>
            </a:stretch>
          </p:blipFill>
          <p:spPr>
            <a:xfrm>
              <a:off x="0" y="10102287"/>
              <a:ext cx="78259" cy="137777"/>
            </a:xfrm>
            <a:prstGeom prst="rect">
              <a:avLst/>
            </a:prstGeom>
          </p:spPr>
        </p:pic>
        <p:pic>
          <p:nvPicPr>
            <p:cNvPr id="7" name="object 7"/>
            <p:cNvPicPr/>
            <p:nvPr/>
          </p:nvPicPr>
          <p:blipFill>
            <a:blip r:embed="rId5" cstate="print"/>
            <a:stretch>
              <a:fillRect/>
            </a:stretch>
          </p:blipFill>
          <p:spPr>
            <a:xfrm>
              <a:off x="349724" y="9897665"/>
              <a:ext cx="137777" cy="137777"/>
            </a:xfrm>
            <a:prstGeom prst="rect">
              <a:avLst/>
            </a:prstGeom>
          </p:spPr>
        </p:pic>
        <p:pic>
          <p:nvPicPr>
            <p:cNvPr id="8" name="object 8"/>
            <p:cNvPicPr/>
            <p:nvPr/>
          </p:nvPicPr>
          <p:blipFill>
            <a:blip r:embed="rId6" cstate="print"/>
            <a:stretch>
              <a:fillRect/>
            </a:stretch>
          </p:blipFill>
          <p:spPr>
            <a:xfrm>
              <a:off x="145103" y="9897665"/>
              <a:ext cx="137777" cy="137777"/>
            </a:xfrm>
            <a:prstGeom prst="rect">
              <a:avLst/>
            </a:prstGeom>
          </p:spPr>
        </p:pic>
        <p:pic>
          <p:nvPicPr>
            <p:cNvPr id="9" name="object 9"/>
            <p:cNvPicPr/>
            <p:nvPr/>
          </p:nvPicPr>
          <p:blipFill>
            <a:blip r:embed="rId7" cstate="print"/>
            <a:stretch>
              <a:fillRect/>
            </a:stretch>
          </p:blipFill>
          <p:spPr>
            <a:xfrm>
              <a:off x="0" y="9897665"/>
              <a:ext cx="78259" cy="137777"/>
            </a:xfrm>
            <a:prstGeom prst="rect">
              <a:avLst/>
            </a:prstGeom>
          </p:spPr>
        </p:pic>
        <p:pic>
          <p:nvPicPr>
            <p:cNvPr id="10" name="object 10"/>
            <p:cNvPicPr/>
            <p:nvPr/>
          </p:nvPicPr>
          <p:blipFill>
            <a:blip r:embed="rId5" cstate="print"/>
            <a:stretch>
              <a:fillRect/>
            </a:stretch>
          </p:blipFill>
          <p:spPr>
            <a:xfrm>
              <a:off x="349724" y="9693044"/>
              <a:ext cx="137777" cy="137777"/>
            </a:xfrm>
            <a:prstGeom prst="rect">
              <a:avLst/>
            </a:prstGeom>
          </p:spPr>
        </p:pic>
        <p:pic>
          <p:nvPicPr>
            <p:cNvPr id="11" name="object 11"/>
            <p:cNvPicPr/>
            <p:nvPr/>
          </p:nvPicPr>
          <p:blipFill>
            <a:blip r:embed="rId7" cstate="print"/>
            <a:stretch>
              <a:fillRect/>
            </a:stretch>
          </p:blipFill>
          <p:spPr>
            <a:xfrm>
              <a:off x="0" y="9693044"/>
              <a:ext cx="78259" cy="137777"/>
            </a:xfrm>
            <a:prstGeom prst="rect">
              <a:avLst/>
            </a:prstGeom>
          </p:spPr>
        </p:pic>
        <p:pic>
          <p:nvPicPr>
            <p:cNvPr id="12" name="object 12"/>
            <p:cNvPicPr/>
            <p:nvPr/>
          </p:nvPicPr>
          <p:blipFill>
            <a:blip r:embed="rId6" cstate="print"/>
            <a:stretch>
              <a:fillRect/>
            </a:stretch>
          </p:blipFill>
          <p:spPr>
            <a:xfrm>
              <a:off x="145103" y="9693044"/>
              <a:ext cx="137777" cy="137777"/>
            </a:xfrm>
            <a:prstGeom prst="rect">
              <a:avLst/>
            </a:prstGeom>
          </p:spPr>
        </p:pic>
        <p:pic>
          <p:nvPicPr>
            <p:cNvPr id="13" name="object 13"/>
            <p:cNvPicPr/>
            <p:nvPr/>
          </p:nvPicPr>
          <p:blipFill>
            <a:blip r:embed="rId8" cstate="print"/>
            <a:stretch>
              <a:fillRect/>
            </a:stretch>
          </p:blipFill>
          <p:spPr>
            <a:xfrm>
              <a:off x="349724" y="9488422"/>
              <a:ext cx="137777" cy="137777"/>
            </a:xfrm>
            <a:prstGeom prst="rect">
              <a:avLst/>
            </a:prstGeom>
          </p:spPr>
        </p:pic>
        <p:pic>
          <p:nvPicPr>
            <p:cNvPr id="14" name="object 14"/>
            <p:cNvPicPr/>
            <p:nvPr/>
          </p:nvPicPr>
          <p:blipFill>
            <a:blip r:embed="rId9" cstate="print"/>
            <a:stretch>
              <a:fillRect/>
            </a:stretch>
          </p:blipFill>
          <p:spPr>
            <a:xfrm>
              <a:off x="145103" y="9488422"/>
              <a:ext cx="137777" cy="137777"/>
            </a:xfrm>
            <a:prstGeom prst="rect">
              <a:avLst/>
            </a:prstGeom>
          </p:spPr>
        </p:pic>
        <p:pic>
          <p:nvPicPr>
            <p:cNvPr id="15" name="object 15"/>
            <p:cNvPicPr/>
            <p:nvPr/>
          </p:nvPicPr>
          <p:blipFill>
            <a:blip r:embed="rId10" cstate="print"/>
            <a:stretch>
              <a:fillRect/>
            </a:stretch>
          </p:blipFill>
          <p:spPr>
            <a:xfrm>
              <a:off x="0" y="9488423"/>
              <a:ext cx="78259" cy="137777"/>
            </a:xfrm>
            <a:prstGeom prst="rect">
              <a:avLst/>
            </a:prstGeom>
          </p:spPr>
        </p:pic>
        <p:pic>
          <p:nvPicPr>
            <p:cNvPr id="16" name="object 16"/>
            <p:cNvPicPr/>
            <p:nvPr/>
          </p:nvPicPr>
          <p:blipFill>
            <a:blip r:embed="rId11" cstate="print"/>
            <a:stretch>
              <a:fillRect/>
            </a:stretch>
          </p:blipFill>
          <p:spPr>
            <a:xfrm>
              <a:off x="349724" y="9291194"/>
              <a:ext cx="137777" cy="130384"/>
            </a:xfrm>
            <a:prstGeom prst="rect">
              <a:avLst/>
            </a:prstGeom>
          </p:spPr>
        </p:pic>
        <p:pic>
          <p:nvPicPr>
            <p:cNvPr id="17" name="object 17"/>
            <p:cNvPicPr/>
            <p:nvPr/>
          </p:nvPicPr>
          <p:blipFill>
            <a:blip r:embed="rId12" cstate="print"/>
            <a:stretch>
              <a:fillRect/>
            </a:stretch>
          </p:blipFill>
          <p:spPr>
            <a:xfrm>
              <a:off x="145103" y="9291194"/>
              <a:ext cx="137777" cy="130384"/>
            </a:xfrm>
            <a:prstGeom prst="rect">
              <a:avLst/>
            </a:prstGeom>
          </p:spPr>
        </p:pic>
        <p:pic>
          <p:nvPicPr>
            <p:cNvPr id="18" name="object 18"/>
            <p:cNvPicPr/>
            <p:nvPr/>
          </p:nvPicPr>
          <p:blipFill>
            <a:blip r:embed="rId13" cstate="print"/>
            <a:stretch>
              <a:fillRect/>
            </a:stretch>
          </p:blipFill>
          <p:spPr>
            <a:xfrm>
              <a:off x="0" y="9291194"/>
              <a:ext cx="78259" cy="130384"/>
            </a:xfrm>
            <a:prstGeom prst="rect">
              <a:avLst/>
            </a:prstGeom>
          </p:spPr>
        </p:pic>
      </p:grpSp>
      <p:grpSp>
        <p:nvGrpSpPr>
          <p:cNvPr id="19" name="object 19"/>
          <p:cNvGrpSpPr/>
          <p:nvPr/>
        </p:nvGrpSpPr>
        <p:grpSpPr>
          <a:xfrm>
            <a:off x="16181072" y="0"/>
            <a:ext cx="2106930" cy="3210560"/>
            <a:chOff x="16181072" y="0"/>
            <a:chExt cx="2106930" cy="3210560"/>
          </a:xfrm>
        </p:grpSpPr>
        <p:sp>
          <p:nvSpPr>
            <p:cNvPr id="20" name="object 20"/>
            <p:cNvSpPr/>
            <p:nvPr/>
          </p:nvSpPr>
          <p:spPr>
            <a:xfrm>
              <a:off x="16181070" y="11"/>
              <a:ext cx="2106930" cy="3210560"/>
            </a:xfrm>
            <a:custGeom>
              <a:avLst/>
              <a:gdLst/>
              <a:ahLst/>
              <a:cxnLst/>
              <a:rect l="l" t="t" r="r" b="b"/>
              <a:pathLst>
                <a:path w="2106930" h="3210560">
                  <a:moveTo>
                    <a:pt x="2106917" y="3145586"/>
                  </a:moveTo>
                  <a:lnTo>
                    <a:pt x="42621" y="0"/>
                  </a:lnTo>
                  <a:lnTo>
                    <a:pt x="0" y="0"/>
                  </a:lnTo>
                  <a:lnTo>
                    <a:pt x="2106917" y="3210369"/>
                  </a:lnTo>
                  <a:lnTo>
                    <a:pt x="2106917" y="3145586"/>
                  </a:lnTo>
                  <a:close/>
                </a:path>
                <a:path w="2106930" h="3210560">
                  <a:moveTo>
                    <a:pt x="2106917" y="0"/>
                  </a:moveTo>
                  <a:lnTo>
                    <a:pt x="896810" y="0"/>
                  </a:lnTo>
                  <a:lnTo>
                    <a:pt x="2106917" y="1789557"/>
                  </a:lnTo>
                  <a:lnTo>
                    <a:pt x="2106917" y="0"/>
                  </a:lnTo>
                  <a:close/>
                </a:path>
              </a:pathLst>
            </a:custGeom>
            <a:solidFill>
              <a:srgbClr val="9AD9E8"/>
            </a:solidFill>
          </p:spPr>
          <p:txBody>
            <a:bodyPr wrap="square" lIns="0" tIns="0" rIns="0" bIns="0" rtlCol="0"/>
            <a:lstStyle/>
            <a:p>
              <a:endParaRPr/>
            </a:p>
          </p:txBody>
        </p:sp>
        <p:pic>
          <p:nvPicPr>
            <p:cNvPr id="21" name="object 21"/>
            <p:cNvPicPr/>
            <p:nvPr/>
          </p:nvPicPr>
          <p:blipFill>
            <a:blip r:embed="rId14" cstate="print"/>
            <a:stretch>
              <a:fillRect/>
            </a:stretch>
          </p:blipFill>
          <p:spPr>
            <a:xfrm>
              <a:off x="17255931" y="1158"/>
              <a:ext cx="155774" cy="155774"/>
            </a:xfrm>
            <a:prstGeom prst="rect">
              <a:avLst/>
            </a:prstGeom>
          </p:spPr>
        </p:pic>
        <p:pic>
          <p:nvPicPr>
            <p:cNvPr id="22" name="object 22"/>
            <p:cNvPicPr/>
            <p:nvPr/>
          </p:nvPicPr>
          <p:blipFill>
            <a:blip r:embed="rId15" cstate="print"/>
            <a:stretch>
              <a:fillRect/>
            </a:stretch>
          </p:blipFill>
          <p:spPr>
            <a:xfrm>
              <a:off x="17487281" y="1158"/>
              <a:ext cx="155774" cy="155774"/>
            </a:xfrm>
            <a:prstGeom prst="rect">
              <a:avLst/>
            </a:prstGeom>
          </p:spPr>
        </p:pic>
        <p:pic>
          <p:nvPicPr>
            <p:cNvPr id="23" name="object 23"/>
            <p:cNvPicPr/>
            <p:nvPr/>
          </p:nvPicPr>
          <p:blipFill>
            <a:blip r:embed="rId14" cstate="print"/>
            <a:stretch>
              <a:fillRect/>
            </a:stretch>
          </p:blipFill>
          <p:spPr>
            <a:xfrm>
              <a:off x="17718632" y="1158"/>
              <a:ext cx="155774" cy="155774"/>
            </a:xfrm>
            <a:prstGeom prst="rect">
              <a:avLst/>
            </a:prstGeom>
          </p:spPr>
        </p:pic>
        <p:pic>
          <p:nvPicPr>
            <p:cNvPr id="24" name="object 24"/>
            <p:cNvPicPr/>
            <p:nvPr/>
          </p:nvPicPr>
          <p:blipFill>
            <a:blip r:embed="rId16" cstate="print"/>
            <a:stretch>
              <a:fillRect/>
            </a:stretch>
          </p:blipFill>
          <p:spPr>
            <a:xfrm>
              <a:off x="17949982" y="1158"/>
              <a:ext cx="147239" cy="155774"/>
            </a:xfrm>
            <a:prstGeom prst="rect">
              <a:avLst/>
            </a:prstGeom>
          </p:spPr>
        </p:pic>
        <p:pic>
          <p:nvPicPr>
            <p:cNvPr id="25" name="object 25"/>
            <p:cNvPicPr/>
            <p:nvPr/>
          </p:nvPicPr>
          <p:blipFill>
            <a:blip r:embed="rId17" cstate="print"/>
            <a:stretch>
              <a:fillRect/>
            </a:stretch>
          </p:blipFill>
          <p:spPr>
            <a:xfrm>
              <a:off x="17255931" y="232508"/>
              <a:ext cx="155774" cy="155774"/>
            </a:xfrm>
            <a:prstGeom prst="rect">
              <a:avLst/>
            </a:prstGeom>
          </p:spPr>
        </p:pic>
        <p:pic>
          <p:nvPicPr>
            <p:cNvPr id="26" name="object 26"/>
            <p:cNvPicPr/>
            <p:nvPr/>
          </p:nvPicPr>
          <p:blipFill>
            <a:blip r:embed="rId18" cstate="print"/>
            <a:stretch>
              <a:fillRect/>
            </a:stretch>
          </p:blipFill>
          <p:spPr>
            <a:xfrm>
              <a:off x="17487281" y="232508"/>
              <a:ext cx="155774" cy="155774"/>
            </a:xfrm>
            <a:prstGeom prst="rect">
              <a:avLst/>
            </a:prstGeom>
          </p:spPr>
        </p:pic>
        <p:pic>
          <p:nvPicPr>
            <p:cNvPr id="27" name="object 27"/>
            <p:cNvPicPr/>
            <p:nvPr/>
          </p:nvPicPr>
          <p:blipFill>
            <a:blip r:embed="rId19" cstate="print"/>
            <a:stretch>
              <a:fillRect/>
            </a:stretch>
          </p:blipFill>
          <p:spPr>
            <a:xfrm>
              <a:off x="17718632" y="232508"/>
              <a:ext cx="155774" cy="155774"/>
            </a:xfrm>
            <a:prstGeom prst="rect">
              <a:avLst/>
            </a:prstGeom>
          </p:spPr>
        </p:pic>
        <p:pic>
          <p:nvPicPr>
            <p:cNvPr id="28" name="object 28"/>
            <p:cNvPicPr/>
            <p:nvPr/>
          </p:nvPicPr>
          <p:blipFill>
            <a:blip r:embed="rId20" cstate="print"/>
            <a:stretch>
              <a:fillRect/>
            </a:stretch>
          </p:blipFill>
          <p:spPr>
            <a:xfrm>
              <a:off x="17949982" y="232508"/>
              <a:ext cx="147239" cy="155774"/>
            </a:xfrm>
            <a:prstGeom prst="rect">
              <a:avLst/>
            </a:prstGeom>
          </p:spPr>
        </p:pic>
        <p:pic>
          <p:nvPicPr>
            <p:cNvPr id="29" name="object 29"/>
            <p:cNvPicPr/>
            <p:nvPr/>
          </p:nvPicPr>
          <p:blipFill>
            <a:blip r:embed="rId15" cstate="print"/>
            <a:stretch>
              <a:fillRect/>
            </a:stretch>
          </p:blipFill>
          <p:spPr>
            <a:xfrm>
              <a:off x="17487281" y="463858"/>
              <a:ext cx="155774" cy="155774"/>
            </a:xfrm>
            <a:prstGeom prst="rect">
              <a:avLst/>
            </a:prstGeom>
          </p:spPr>
        </p:pic>
        <p:pic>
          <p:nvPicPr>
            <p:cNvPr id="30" name="object 30"/>
            <p:cNvPicPr/>
            <p:nvPr/>
          </p:nvPicPr>
          <p:blipFill>
            <a:blip r:embed="rId14" cstate="print"/>
            <a:stretch>
              <a:fillRect/>
            </a:stretch>
          </p:blipFill>
          <p:spPr>
            <a:xfrm>
              <a:off x="17255931" y="463858"/>
              <a:ext cx="155774" cy="155774"/>
            </a:xfrm>
            <a:prstGeom prst="rect">
              <a:avLst/>
            </a:prstGeom>
          </p:spPr>
        </p:pic>
        <p:pic>
          <p:nvPicPr>
            <p:cNvPr id="31" name="object 31"/>
            <p:cNvPicPr/>
            <p:nvPr/>
          </p:nvPicPr>
          <p:blipFill>
            <a:blip r:embed="rId14" cstate="print"/>
            <a:stretch>
              <a:fillRect/>
            </a:stretch>
          </p:blipFill>
          <p:spPr>
            <a:xfrm>
              <a:off x="17718632" y="463858"/>
              <a:ext cx="155774" cy="155774"/>
            </a:xfrm>
            <a:prstGeom prst="rect">
              <a:avLst/>
            </a:prstGeom>
          </p:spPr>
        </p:pic>
        <p:pic>
          <p:nvPicPr>
            <p:cNvPr id="32" name="object 32"/>
            <p:cNvPicPr/>
            <p:nvPr/>
          </p:nvPicPr>
          <p:blipFill>
            <a:blip r:embed="rId16" cstate="print"/>
            <a:stretch>
              <a:fillRect/>
            </a:stretch>
          </p:blipFill>
          <p:spPr>
            <a:xfrm>
              <a:off x="17949982" y="463858"/>
              <a:ext cx="147239" cy="155774"/>
            </a:xfrm>
            <a:prstGeom prst="rect">
              <a:avLst/>
            </a:prstGeom>
          </p:spPr>
        </p:pic>
        <p:pic>
          <p:nvPicPr>
            <p:cNvPr id="33" name="object 33"/>
            <p:cNvPicPr/>
            <p:nvPr/>
          </p:nvPicPr>
          <p:blipFill>
            <a:blip r:embed="rId14" cstate="print"/>
            <a:stretch>
              <a:fillRect/>
            </a:stretch>
          </p:blipFill>
          <p:spPr>
            <a:xfrm>
              <a:off x="17255931" y="695208"/>
              <a:ext cx="155774" cy="155774"/>
            </a:xfrm>
            <a:prstGeom prst="rect">
              <a:avLst/>
            </a:prstGeom>
          </p:spPr>
        </p:pic>
        <p:pic>
          <p:nvPicPr>
            <p:cNvPr id="34" name="object 34"/>
            <p:cNvPicPr/>
            <p:nvPr/>
          </p:nvPicPr>
          <p:blipFill>
            <a:blip r:embed="rId15" cstate="print"/>
            <a:stretch>
              <a:fillRect/>
            </a:stretch>
          </p:blipFill>
          <p:spPr>
            <a:xfrm>
              <a:off x="17487281" y="695208"/>
              <a:ext cx="155774" cy="155774"/>
            </a:xfrm>
            <a:prstGeom prst="rect">
              <a:avLst/>
            </a:prstGeom>
          </p:spPr>
        </p:pic>
        <p:pic>
          <p:nvPicPr>
            <p:cNvPr id="35" name="object 35"/>
            <p:cNvPicPr/>
            <p:nvPr/>
          </p:nvPicPr>
          <p:blipFill>
            <a:blip r:embed="rId14" cstate="print"/>
            <a:stretch>
              <a:fillRect/>
            </a:stretch>
          </p:blipFill>
          <p:spPr>
            <a:xfrm>
              <a:off x="17718632" y="695208"/>
              <a:ext cx="155774" cy="155774"/>
            </a:xfrm>
            <a:prstGeom prst="rect">
              <a:avLst/>
            </a:prstGeom>
          </p:spPr>
        </p:pic>
        <p:pic>
          <p:nvPicPr>
            <p:cNvPr id="36" name="object 36"/>
            <p:cNvPicPr/>
            <p:nvPr/>
          </p:nvPicPr>
          <p:blipFill>
            <a:blip r:embed="rId16" cstate="print"/>
            <a:stretch>
              <a:fillRect/>
            </a:stretch>
          </p:blipFill>
          <p:spPr>
            <a:xfrm>
              <a:off x="17949982" y="695209"/>
              <a:ext cx="147239" cy="155774"/>
            </a:xfrm>
            <a:prstGeom prst="rect">
              <a:avLst/>
            </a:prstGeom>
          </p:spPr>
        </p:pic>
        <p:pic>
          <p:nvPicPr>
            <p:cNvPr id="37" name="object 37"/>
            <p:cNvPicPr/>
            <p:nvPr/>
          </p:nvPicPr>
          <p:blipFill>
            <a:blip r:embed="rId21" cstate="print"/>
            <a:stretch>
              <a:fillRect/>
            </a:stretch>
          </p:blipFill>
          <p:spPr>
            <a:xfrm>
              <a:off x="17255931" y="926558"/>
              <a:ext cx="155774" cy="155774"/>
            </a:xfrm>
            <a:prstGeom prst="rect">
              <a:avLst/>
            </a:prstGeom>
          </p:spPr>
        </p:pic>
        <p:pic>
          <p:nvPicPr>
            <p:cNvPr id="38" name="object 38"/>
            <p:cNvPicPr/>
            <p:nvPr/>
          </p:nvPicPr>
          <p:blipFill>
            <a:blip r:embed="rId22" cstate="print"/>
            <a:stretch>
              <a:fillRect/>
            </a:stretch>
          </p:blipFill>
          <p:spPr>
            <a:xfrm>
              <a:off x="17487281" y="926558"/>
              <a:ext cx="155774" cy="155774"/>
            </a:xfrm>
            <a:prstGeom prst="rect">
              <a:avLst/>
            </a:prstGeom>
          </p:spPr>
        </p:pic>
        <p:pic>
          <p:nvPicPr>
            <p:cNvPr id="39" name="object 39"/>
            <p:cNvPicPr/>
            <p:nvPr/>
          </p:nvPicPr>
          <p:blipFill>
            <a:blip r:embed="rId14" cstate="print"/>
            <a:stretch>
              <a:fillRect/>
            </a:stretch>
          </p:blipFill>
          <p:spPr>
            <a:xfrm>
              <a:off x="17718632" y="926558"/>
              <a:ext cx="155774" cy="155774"/>
            </a:xfrm>
            <a:prstGeom prst="rect">
              <a:avLst/>
            </a:prstGeom>
          </p:spPr>
        </p:pic>
        <p:pic>
          <p:nvPicPr>
            <p:cNvPr id="40" name="object 40"/>
            <p:cNvPicPr/>
            <p:nvPr/>
          </p:nvPicPr>
          <p:blipFill>
            <a:blip r:embed="rId16" cstate="print"/>
            <a:stretch>
              <a:fillRect/>
            </a:stretch>
          </p:blipFill>
          <p:spPr>
            <a:xfrm>
              <a:off x="17949982" y="926559"/>
              <a:ext cx="147239" cy="155774"/>
            </a:xfrm>
            <a:prstGeom prst="rect">
              <a:avLst/>
            </a:prstGeom>
          </p:spPr>
        </p:pic>
        <p:pic>
          <p:nvPicPr>
            <p:cNvPr id="41" name="object 41"/>
            <p:cNvPicPr/>
            <p:nvPr/>
          </p:nvPicPr>
          <p:blipFill>
            <a:blip r:embed="rId23" cstate="print"/>
            <a:stretch>
              <a:fillRect/>
            </a:stretch>
          </p:blipFill>
          <p:spPr>
            <a:xfrm>
              <a:off x="17255931" y="1157909"/>
              <a:ext cx="155774" cy="147416"/>
            </a:xfrm>
            <a:prstGeom prst="rect">
              <a:avLst/>
            </a:prstGeom>
          </p:spPr>
        </p:pic>
        <p:pic>
          <p:nvPicPr>
            <p:cNvPr id="42" name="object 42"/>
            <p:cNvPicPr/>
            <p:nvPr/>
          </p:nvPicPr>
          <p:blipFill>
            <a:blip r:embed="rId24" cstate="print"/>
            <a:stretch>
              <a:fillRect/>
            </a:stretch>
          </p:blipFill>
          <p:spPr>
            <a:xfrm>
              <a:off x="17487281" y="1157909"/>
              <a:ext cx="155774" cy="147416"/>
            </a:xfrm>
            <a:prstGeom prst="rect">
              <a:avLst/>
            </a:prstGeom>
          </p:spPr>
        </p:pic>
        <p:pic>
          <p:nvPicPr>
            <p:cNvPr id="43" name="object 43"/>
            <p:cNvPicPr/>
            <p:nvPr/>
          </p:nvPicPr>
          <p:blipFill>
            <a:blip r:embed="rId23" cstate="print"/>
            <a:stretch>
              <a:fillRect/>
            </a:stretch>
          </p:blipFill>
          <p:spPr>
            <a:xfrm>
              <a:off x="17718632" y="1157909"/>
              <a:ext cx="155774" cy="147416"/>
            </a:xfrm>
            <a:prstGeom prst="rect">
              <a:avLst/>
            </a:prstGeom>
          </p:spPr>
        </p:pic>
        <p:pic>
          <p:nvPicPr>
            <p:cNvPr id="44" name="object 44"/>
            <p:cNvPicPr/>
            <p:nvPr/>
          </p:nvPicPr>
          <p:blipFill>
            <a:blip r:embed="rId25" cstate="print"/>
            <a:stretch>
              <a:fillRect/>
            </a:stretch>
          </p:blipFill>
          <p:spPr>
            <a:xfrm>
              <a:off x="17949982" y="1157909"/>
              <a:ext cx="147239" cy="147416"/>
            </a:xfrm>
            <a:prstGeom prst="rect">
              <a:avLst/>
            </a:prstGeom>
          </p:spPr>
        </p:pic>
      </p:grpSp>
      <p:sp>
        <p:nvSpPr>
          <p:cNvPr id="47" name="object 47"/>
          <p:cNvSpPr txBox="1"/>
          <p:nvPr/>
        </p:nvSpPr>
        <p:spPr>
          <a:xfrm>
            <a:off x="7234988" y="2056847"/>
            <a:ext cx="10714994" cy="7943200"/>
          </a:xfrm>
          <a:prstGeom prst="rect">
            <a:avLst/>
          </a:prstGeom>
        </p:spPr>
        <p:txBody>
          <a:bodyPr vert="horz" wrap="square" lIns="0" tIns="99060" rIns="0" bIns="0" rtlCol="0">
            <a:spAutoFit/>
          </a:bodyPr>
          <a:lstStyle/>
          <a:p>
            <a:pPr marL="12700">
              <a:lnSpc>
                <a:spcPct val="100000"/>
              </a:lnSpc>
              <a:spcBef>
                <a:spcPts val="780"/>
              </a:spcBef>
            </a:pPr>
            <a:endParaRPr lang="en-IN" sz="3100" dirty="0">
              <a:latin typeface="Times New Roman"/>
              <a:cs typeface="Times New Roman"/>
            </a:endParaRPr>
          </a:p>
          <a:p>
            <a:pPr marL="469900" indent="-457200">
              <a:lnSpc>
                <a:spcPct val="100000"/>
              </a:lnSpc>
              <a:spcBef>
                <a:spcPts val="780"/>
              </a:spcBef>
              <a:buFont typeface="Wingdings" panose="05000000000000000000" pitchFamily="2" charset="2"/>
              <a:buChar char="v"/>
            </a:pPr>
            <a:r>
              <a:rPr lang="en-IN" sz="3600" dirty="0">
                <a:latin typeface="Times New Roman"/>
                <a:cs typeface="Times New Roman"/>
              </a:rPr>
              <a:t>Folder Structure* /static: Contains CSS, JavaScript, and images used in the interface.</a:t>
            </a:r>
          </a:p>
          <a:p>
            <a:pPr marL="469900" indent="-457200">
              <a:lnSpc>
                <a:spcPct val="100000"/>
              </a:lnSpc>
              <a:spcBef>
                <a:spcPts val="780"/>
              </a:spcBef>
              <a:buFont typeface="Wingdings" panose="05000000000000000000" pitchFamily="2" charset="2"/>
              <a:buChar char="v"/>
            </a:pPr>
            <a:r>
              <a:rPr lang="en-IN" sz="3600" dirty="0">
                <a:latin typeface="Times New Roman"/>
                <a:cs typeface="Times New Roman"/>
              </a:rPr>
              <a:t>templates : Contains HTML pages for the web interface.</a:t>
            </a:r>
          </a:p>
          <a:p>
            <a:pPr marL="469900" indent="-457200">
              <a:lnSpc>
                <a:spcPct val="100000"/>
              </a:lnSpc>
              <a:spcBef>
                <a:spcPts val="780"/>
              </a:spcBef>
              <a:buFont typeface="Wingdings" panose="05000000000000000000" pitchFamily="2" charset="2"/>
              <a:buChar char="v"/>
            </a:pPr>
            <a:r>
              <a:rPr lang="en-IN" sz="3600" dirty="0">
                <a:latin typeface="Times New Roman"/>
                <a:cs typeface="Times New Roman"/>
              </a:rPr>
              <a:t> dataset: Contains training and testing datasets for ML model.</a:t>
            </a:r>
          </a:p>
          <a:p>
            <a:pPr marL="469900" indent="-457200">
              <a:lnSpc>
                <a:spcPct val="100000"/>
              </a:lnSpc>
              <a:spcBef>
                <a:spcPts val="780"/>
              </a:spcBef>
              <a:buFont typeface="Wingdings" panose="05000000000000000000" pitchFamily="2" charset="2"/>
              <a:buChar char="v"/>
            </a:pPr>
            <a:r>
              <a:rPr lang="en-IN" sz="3600" dirty="0">
                <a:latin typeface="Times New Roman"/>
                <a:cs typeface="Times New Roman"/>
              </a:rPr>
              <a:t>model: Stores trained machine learning models.</a:t>
            </a:r>
          </a:p>
          <a:p>
            <a:pPr marL="469900" indent="-457200">
              <a:lnSpc>
                <a:spcPct val="100000"/>
              </a:lnSpc>
              <a:spcBef>
                <a:spcPts val="780"/>
              </a:spcBef>
              <a:buFont typeface="Wingdings" panose="05000000000000000000" pitchFamily="2" charset="2"/>
              <a:buChar char="v"/>
            </a:pPr>
            <a:r>
              <a:rPr lang="en-IN" sz="3600" dirty="0">
                <a:latin typeface="Times New Roman"/>
                <a:cs typeface="Times New Roman"/>
              </a:rPr>
              <a:t>app.py: Main Flask application logic for intrusion detection system.</a:t>
            </a:r>
          </a:p>
          <a:p>
            <a:pPr marL="469900" indent="-457200">
              <a:lnSpc>
                <a:spcPct val="100000"/>
              </a:lnSpc>
              <a:spcBef>
                <a:spcPts val="780"/>
              </a:spcBef>
              <a:buFont typeface="Wingdings" panose="05000000000000000000" pitchFamily="2" charset="2"/>
              <a:buChar char="v"/>
            </a:pPr>
            <a:r>
              <a:rPr lang="en-IN" sz="3600" dirty="0">
                <a:latin typeface="Times New Roman"/>
                <a:cs typeface="Times New Roman"/>
              </a:rPr>
              <a:t>train_model.py: Script used to train the ML model.</a:t>
            </a:r>
          </a:p>
          <a:p>
            <a:pPr marL="469900" indent="-457200">
              <a:lnSpc>
                <a:spcPct val="100000"/>
              </a:lnSpc>
              <a:spcBef>
                <a:spcPts val="780"/>
              </a:spcBef>
              <a:buFont typeface="Wingdings" panose="05000000000000000000" pitchFamily="2" charset="2"/>
              <a:buChar char="v"/>
            </a:pPr>
            <a:r>
              <a:rPr lang="en-IN" sz="3600" dirty="0">
                <a:latin typeface="Times New Roman"/>
                <a:cs typeface="Times New Roman"/>
              </a:rPr>
              <a:t>requirements.txt: Project dependencies and required libraries.</a:t>
            </a:r>
            <a:endParaRPr sz="3600" dirty="0">
              <a:latin typeface="Times New Roman"/>
              <a:cs typeface="Times New Roman"/>
            </a:endParaRPr>
          </a:p>
        </p:txBody>
      </p:sp>
      <p:grpSp>
        <p:nvGrpSpPr>
          <p:cNvPr id="53" name="object 53"/>
          <p:cNvGrpSpPr/>
          <p:nvPr/>
        </p:nvGrpSpPr>
        <p:grpSpPr>
          <a:xfrm>
            <a:off x="3978836" y="345851"/>
            <a:ext cx="9144000" cy="1905000"/>
            <a:chOff x="3978836" y="345851"/>
            <a:chExt cx="9144000" cy="1905000"/>
          </a:xfrm>
        </p:grpSpPr>
        <p:sp>
          <p:nvSpPr>
            <p:cNvPr id="54" name="object 54"/>
            <p:cNvSpPr/>
            <p:nvPr/>
          </p:nvSpPr>
          <p:spPr>
            <a:xfrm>
              <a:off x="4045512" y="412525"/>
              <a:ext cx="9012555" cy="1773555"/>
            </a:xfrm>
            <a:custGeom>
              <a:avLst/>
              <a:gdLst/>
              <a:ahLst/>
              <a:cxnLst/>
              <a:rect l="l" t="t" r="r" b="b"/>
              <a:pathLst>
                <a:path w="9012555" h="1773555">
                  <a:moveTo>
                    <a:pt x="9012078" y="1363241"/>
                  </a:moveTo>
                  <a:lnTo>
                    <a:pt x="0" y="1363241"/>
                  </a:lnTo>
                  <a:lnTo>
                    <a:pt x="0" y="0"/>
                  </a:lnTo>
                  <a:lnTo>
                    <a:pt x="9012078" y="0"/>
                  </a:lnTo>
                  <a:lnTo>
                    <a:pt x="9012078" y="1363241"/>
                  </a:lnTo>
                  <a:close/>
                </a:path>
                <a:path w="9012555" h="1773555">
                  <a:moveTo>
                    <a:pt x="343581" y="1773322"/>
                  </a:moveTo>
                  <a:lnTo>
                    <a:pt x="343581" y="1363241"/>
                  </a:lnTo>
                  <a:lnTo>
                    <a:pt x="1011347" y="1363241"/>
                  </a:lnTo>
                  <a:lnTo>
                    <a:pt x="343581" y="1773322"/>
                  </a:lnTo>
                  <a:close/>
                </a:path>
              </a:pathLst>
            </a:custGeom>
            <a:solidFill>
              <a:srgbClr val="9AD9E8"/>
            </a:solidFill>
          </p:spPr>
          <p:txBody>
            <a:bodyPr wrap="square" lIns="0" tIns="0" rIns="0" bIns="0" rtlCol="0"/>
            <a:lstStyle/>
            <a:p>
              <a:endParaRPr/>
            </a:p>
          </p:txBody>
        </p:sp>
        <p:sp>
          <p:nvSpPr>
            <p:cNvPr id="55" name="object 55"/>
            <p:cNvSpPr/>
            <p:nvPr/>
          </p:nvSpPr>
          <p:spPr>
            <a:xfrm>
              <a:off x="4322452" y="1775740"/>
              <a:ext cx="133350" cy="408940"/>
            </a:xfrm>
            <a:custGeom>
              <a:avLst/>
              <a:gdLst/>
              <a:ahLst/>
              <a:cxnLst/>
              <a:rect l="l" t="t" r="r" b="b"/>
              <a:pathLst>
                <a:path w="133350" h="408939">
                  <a:moveTo>
                    <a:pt x="0" y="0"/>
                  </a:moveTo>
                  <a:lnTo>
                    <a:pt x="133349" y="0"/>
                  </a:lnTo>
                  <a:lnTo>
                    <a:pt x="133349" y="408435"/>
                  </a:lnTo>
                  <a:lnTo>
                    <a:pt x="0" y="408435"/>
                  </a:lnTo>
                  <a:lnTo>
                    <a:pt x="0" y="0"/>
                  </a:lnTo>
                  <a:close/>
                </a:path>
              </a:pathLst>
            </a:custGeom>
            <a:solidFill>
              <a:srgbClr val="56C2D0"/>
            </a:solidFill>
          </p:spPr>
          <p:txBody>
            <a:bodyPr wrap="square" lIns="0" tIns="0" rIns="0" bIns="0" rtlCol="0"/>
            <a:lstStyle/>
            <a:p>
              <a:endParaRPr/>
            </a:p>
          </p:txBody>
        </p:sp>
        <p:sp>
          <p:nvSpPr>
            <p:cNvPr id="56" name="object 56"/>
            <p:cNvSpPr/>
            <p:nvPr/>
          </p:nvSpPr>
          <p:spPr>
            <a:xfrm>
              <a:off x="4045511" y="412526"/>
              <a:ext cx="9010650" cy="1771650"/>
            </a:xfrm>
            <a:custGeom>
              <a:avLst/>
              <a:gdLst/>
              <a:ahLst/>
              <a:cxnLst/>
              <a:rect l="l" t="t" r="r" b="b"/>
              <a:pathLst>
                <a:path w="9010650" h="1771650">
                  <a:moveTo>
                    <a:pt x="346281" y="1771649"/>
                  </a:moveTo>
                  <a:lnTo>
                    <a:pt x="1011369" y="1363214"/>
                  </a:lnTo>
                </a:path>
                <a:path w="9010650" h="1771650">
                  <a:moveTo>
                    <a:pt x="9010649" y="0"/>
                  </a:moveTo>
                  <a:lnTo>
                    <a:pt x="41" y="0"/>
                  </a:lnTo>
                  <a:lnTo>
                    <a:pt x="0" y="1363214"/>
                  </a:lnTo>
                  <a:lnTo>
                    <a:pt x="343615" y="1363214"/>
                  </a:lnTo>
                </a:path>
              </a:pathLst>
            </a:custGeom>
            <a:ln w="133349">
              <a:solidFill>
                <a:srgbClr val="56C2D0"/>
              </a:solidFill>
            </a:ln>
          </p:spPr>
          <p:txBody>
            <a:bodyPr wrap="square" lIns="0" tIns="0" rIns="0" bIns="0" rtlCol="0"/>
            <a:lstStyle/>
            <a:p>
              <a:endParaRPr/>
            </a:p>
          </p:txBody>
        </p:sp>
        <p:sp>
          <p:nvSpPr>
            <p:cNvPr id="57" name="object 57"/>
            <p:cNvSpPr/>
            <p:nvPr/>
          </p:nvSpPr>
          <p:spPr>
            <a:xfrm>
              <a:off x="5056881" y="1709065"/>
              <a:ext cx="7999730" cy="133350"/>
            </a:xfrm>
            <a:custGeom>
              <a:avLst/>
              <a:gdLst/>
              <a:ahLst/>
              <a:cxnLst/>
              <a:rect l="l" t="t" r="r" b="b"/>
              <a:pathLst>
                <a:path w="7999730" h="133350">
                  <a:moveTo>
                    <a:pt x="0" y="0"/>
                  </a:moveTo>
                  <a:lnTo>
                    <a:pt x="7999280" y="0"/>
                  </a:lnTo>
                  <a:lnTo>
                    <a:pt x="7999280" y="133349"/>
                  </a:lnTo>
                  <a:lnTo>
                    <a:pt x="0" y="133349"/>
                  </a:lnTo>
                  <a:lnTo>
                    <a:pt x="0" y="0"/>
                  </a:lnTo>
                  <a:close/>
                </a:path>
              </a:pathLst>
            </a:custGeom>
            <a:solidFill>
              <a:srgbClr val="56C2D0"/>
            </a:solidFill>
          </p:spPr>
          <p:txBody>
            <a:bodyPr wrap="square" lIns="0" tIns="0" rIns="0" bIns="0" rtlCol="0"/>
            <a:lstStyle/>
            <a:p>
              <a:endParaRPr/>
            </a:p>
          </p:txBody>
        </p:sp>
      </p:grpSp>
      <p:sp>
        <p:nvSpPr>
          <p:cNvPr id="58" name="object 58"/>
          <p:cNvSpPr txBox="1">
            <a:spLocks noGrp="1"/>
          </p:cNvSpPr>
          <p:nvPr>
            <p:ph type="title"/>
          </p:nvPr>
        </p:nvSpPr>
        <p:spPr>
          <a:xfrm>
            <a:off x="1262397" y="263508"/>
            <a:ext cx="15763205" cy="1132856"/>
          </a:xfrm>
          <a:prstGeom prst="rect">
            <a:avLst/>
          </a:prstGeom>
        </p:spPr>
        <p:txBody>
          <a:bodyPr vert="horz" wrap="square" lIns="0" tIns="390380" rIns="0" bIns="0" rtlCol="0">
            <a:spAutoFit/>
          </a:bodyPr>
          <a:lstStyle/>
          <a:p>
            <a:pPr marL="4774565">
              <a:lnSpc>
                <a:spcPct val="100000"/>
              </a:lnSpc>
              <a:spcBef>
                <a:spcPts val="100"/>
              </a:spcBef>
            </a:pPr>
            <a:r>
              <a:rPr lang="en-IN" sz="4800" dirty="0">
                <a:latin typeface="Times New Roman"/>
                <a:cs typeface="Times New Roman"/>
              </a:rPr>
              <a:t>Folder Structure</a:t>
            </a:r>
            <a:endParaRPr sz="4700" dirty="0"/>
          </a:p>
        </p:txBody>
      </p:sp>
      <p:pic>
        <p:nvPicPr>
          <p:cNvPr id="48" name="Picture 47">
            <a:extLst>
              <a:ext uri="{FF2B5EF4-FFF2-40B4-BE49-F238E27FC236}">
                <a16:creationId xmlns:a16="http://schemas.microsoft.com/office/drawing/2014/main" id="{359FC90E-5F38-3EA3-66E4-B08AB2F4F878}"/>
              </a:ext>
            </a:extLst>
          </p:cNvPr>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145103" y="2772985"/>
            <a:ext cx="6885264" cy="664015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6948014"/>
            <a:ext cx="2191385" cy="3339465"/>
            <a:chOff x="0" y="6948014"/>
            <a:chExt cx="2191385" cy="3339465"/>
          </a:xfrm>
        </p:grpSpPr>
        <p:sp>
          <p:nvSpPr>
            <p:cNvPr id="3" name="object 3"/>
            <p:cNvSpPr/>
            <p:nvPr/>
          </p:nvSpPr>
          <p:spPr>
            <a:xfrm>
              <a:off x="0" y="6948017"/>
              <a:ext cx="2191385" cy="3339465"/>
            </a:xfrm>
            <a:custGeom>
              <a:avLst/>
              <a:gdLst/>
              <a:ahLst/>
              <a:cxnLst/>
              <a:rect l="l" t="t" r="r" b="b"/>
              <a:pathLst>
                <a:path w="2191385" h="3339465">
                  <a:moveTo>
                    <a:pt x="1282001" y="3338995"/>
                  </a:moveTo>
                  <a:lnTo>
                    <a:pt x="0" y="1443113"/>
                  </a:lnTo>
                  <a:lnTo>
                    <a:pt x="0" y="3338995"/>
                  </a:lnTo>
                  <a:lnTo>
                    <a:pt x="1282001" y="3338995"/>
                  </a:lnTo>
                  <a:close/>
                </a:path>
                <a:path w="2191385" h="3339465">
                  <a:moveTo>
                    <a:pt x="2191321" y="3338995"/>
                  </a:moveTo>
                  <a:lnTo>
                    <a:pt x="0" y="0"/>
                  </a:lnTo>
                  <a:lnTo>
                    <a:pt x="0" y="65684"/>
                  </a:lnTo>
                  <a:lnTo>
                    <a:pt x="2148103" y="3338995"/>
                  </a:lnTo>
                  <a:lnTo>
                    <a:pt x="2191321" y="3338995"/>
                  </a:lnTo>
                  <a:close/>
                </a:path>
              </a:pathLst>
            </a:custGeom>
            <a:solidFill>
              <a:srgbClr val="9AD9E8"/>
            </a:solidFill>
          </p:spPr>
          <p:txBody>
            <a:bodyPr wrap="square" lIns="0" tIns="0" rIns="0" bIns="0" rtlCol="0"/>
            <a:lstStyle/>
            <a:p>
              <a:endParaRPr/>
            </a:p>
          </p:txBody>
        </p:sp>
        <p:pic>
          <p:nvPicPr>
            <p:cNvPr id="4" name="object 4"/>
            <p:cNvPicPr/>
            <p:nvPr/>
          </p:nvPicPr>
          <p:blipFill>
            <a:blip r:embed="rId2" cstate="print"/>
            <a:stretch>
              <a:fillRect/>
            </a:stretch>
          </p:blipFill>
          <p:spPr>
            <a:xfrm>
              <a:off x="940201" y="10122991"/>
              <a:ext cx="157964" cy="157964"/>
            </a:xfrm>
            <a:prstGeom prst="rect">
              <a:avLst/>
            </a:prstGeom>
          </p:spPr>
        </p:pic>
        <p:pic>
          <p:nvPicPr>
            <p:cNvPr id="5" name="object 5"/>
            <p:cNvPicPr/>
            <p:nvPr/>
          </p:nvPicPr>
          <p:blipFill>
            <a:blip r:embed="rId3" cstate="print"/>
            <a:stretch>
              <a:fillRect/>
            </a:stretch>
          </p:blipFill>
          <p:spPr>
            <a:xfrm>
              <a:off x="705598" y="10122991"/>
              <a:ext cx="157964" cy="157964"/>
            </a:xfrm>
            <a:prstGeom prst="rect">
              <a:avLst/>
            </a:prstGeom>
          </p:spPr>
        </p:pic>
        <p:pic>
          <p:nvPicPr>
            <p:cNvPr id="6" name="object 6"/>
            <p:cNvPicPr/>
            <p:nvPr/>
          </p:nvPicPr>
          <p:blipFill>
            <a:blip r:embed="rId4" cstate="print"/>
            <a:stretch>
              <a:fillRect/>
            </a:stretch>
          </p:blipFill>
          <p:spPr>
            <a:xfrm>
              <a:off x="470996" y="10122991"/>
              <a:ext cx="157964" cy="157964"/>
            </a:xfrm>
            <a:prstGeom prst="rect">
              <a:avLst/>
            </a:prstGeom>
          </p:spPr>
        </p:pic>
        <p:pic>
          <p:nvPicPr>
            <p:cNvPr id="7" name="object 7"/>
            <p:cNvPicPr/>
            <p:nvPr/>
          </p:nvPicPr>
          <p:blipFill>
            <a:blip r:embed="rId5" cstate="print"/>
            <a:stretch>
              <a:fillRect/>
            </a:stretch>
          </p:blipFill>
          <p:spPr>
            <a:xfrm>
              <a:off x="245049" y="10122991"/>
              <a:ext cx="149309" cy="157964"/>
            </a:xfrm>
            <a:prstGeom prst="rect">
              <a:avLst/>
            </a:prstGeom>
          </p:spPr>
        </p:pic>
        <p:pic>
          <p:nvPicPr>
            <p:cNvPr id="8" name="object 8"/>
            <p:cNvPicPr/>
            <p:nvPr/>
          </p:nvPicPr>
          <p:blipFill>
            <a:blip r:embed="rId6" cstate="print"/>
            <a:stretch>
              <a:fillRect/>
            </a:stretch>
          </p:blipFill>
          <p:spPr>
            <a:xfrm>
              <a:off x="940201" y="9888389"/>
              <a:ext cx="157964" cy="157964"/>
            </a:xfrm>
            <a:prstGeom prst="rect">
              <a:avLst/>
            </a:prstGeom>
          </p:spPr>
        </p:pic>
        <p:pic>
          <p:nvPicPr>
            <p:cNvPr id="9" name="object 9"/>
            <p:cNvPicPr/>
            <p:nvPr/>
          </p:nvPicPr>
          <p:blipFill>
            <a:blip r:embed="rId7" cstate="print"/>
            <a:stretch>
              <a:fillRect/>
            </a:stretch>
          </p:blipFill>
          <p:spPr>
            <a:xfrm>
              <a:off x="705598" y="9888389"/>
              <a:ext cx="157964" cy="157964"/>
            </a:xfrm>
            <a:prstGeom prst="rect">
              <a:avLst/>
            </a:prstGeom>
          </p:spPr>
        </p:pic>
        <p:pic>
          <p:nvPicPr>
            <p:cNvPr id="10" name="object 10"/>
            <p:cNvPicPr/>
            <p:nvPr/>
          </p:nvPicPr>
          <p:blipFill>
            <a:blip r:embed="rId8" cstate="print"/>
            <a:stretch>
              <a:fillRect/>
            </a:stretch>
          </p:blipFill>
          <p:spPr>
            <a:xfrm>
              <a:off x="470996" y="9888389"/>
              <a:ext cx="157964" cy="157964"/>
            </a:xfrm>
            <a:prstGeom prst="rect">
              <a:avLst/>
            </a:prstGeom>
          </p:spPr>
        </p:pic>
        <p:pic>
          <p:nvPicPr>
            <p:cNvPr id="11" name="object 11"/>
            <p:cNvPicPr/>
            <p:nvPr/>
          </p:nvPicPr>
          <p:blipFill>
            <a:blip r:embed="rId9" cstate="print"/>
            <a:stretch>
              <a:fillRect/>
            </a:stretch>
          </p:blipFill>
          <p:spPr>
            <a:xfrm>
              <a:off x="245049" y="9888389"/>
              <a:ext cx="149309" cy="157964"/>
            </a:xfrm>
            <a:prstGeom prst="rect">
              <a:avLst/>
            </a:prstGeom>
          </p:spPr>
        </p:pic>
        <p:pic>
          <p:nvPicPr>
            <p:cNvPr id="12" name="object 12"/>
            <p:cNvPicPr/>
            <p:nvPr/>
          </p:nvPicPr>
          <p:blipFill>
            <a:blip r:embed="rId10" cstate="print"/>
            <a:stretch>
              <a:fillRect/>
            </a:stretch>
          </p:blipFill>
          <p:spPr>
            <a:xfrm>
              <a:off x="940201" y="9653786"/>
              <a:ext cx="157964" cy="157964"/>
            </a:xfrm>
            <a:prstGeom prst="rect">
              <a:avLst/>
            </a:prstGeom>
          </p:spPr>
        </p:pic>
        <p:pic>
          <p:nvPicPr>
            <p:cNvPr id="13" name="object 13"/>
            <p:cNvPicPr/>
            <p:nvPr/>
          </p:nvPicPr>
          <p:blipFill>
            <a:blip r:embed="rId11" cstate="print"/>
            <a:stretch>
              <a:fillRect/>
            </a:stretch>
          </p:blipFill>
          <p:spPr>
            <a:xfrm>
              <a:off x="705598" y="9653786"/>
              <a:ext cx="157964" cy="157964"/>
            </a:xfrm>
            <a:prstGeom prst="rect">
              <a:avLst/>
            </a:prstGeom>
          </p:spPr>
        </p:pic>
        <p:pic>
          <p:nvPicPr>
            <p:cNvPr id="14" name="object 14"/>
            <p:cNvPicPr/>
            <p:nvPr/>
          </p:nvPicPr>
          <p:blipFill>
            <a:blip r:embed="rId12" cstate="print"/>
            <a:stretch>
              <a:fillRect/>
            </a:stretch>
          </p:blipFill>
          <p:spPr>
            <a:xfrm>
              <a:off x="470996" y="9653786"/>
              <a:ext cx="157964" cy="157964"/>
            </a:xfrm>
            <a:prstGeom prst="rect">
              <a:avLst/>
            </a:prstGeom>
          </p:spPr>
        </p:pic>
        <p:pic>
          <p:nvPicPr>
            <p:cNvPr id="15" name="object 15"/>
            <p:cNvPicPr/>
            <p:nvPr/>
          </p:nvPicPr>
          <p:blipFill>
            <a:blip r:embed="rId13" cstate="print"/>
            <a:stretch>
              <a:fillRect/>
            </a:stretch>
          </p:blipFill>
          <p:spPr>
            <a:xfrm>
              <a:off x="245049" y="9653787"/>
              <a:ext cx="149309" cy="157964"/>
            </a:xfrm>
            <a:prstGeom prst="rect">
              <a:avLst/>
            </a:prstGeom>
          </p:spPr>
        </p:pic>
        <p:pic>
          <p:nvPicPr>
            <p:cNvPr id="16" name="object 16"/>
            <p:cNvPicPr/>
            <p:nvPr/>
          </p:nvPicPr>
          <p:blipFill>
            <a:blip r:embed="rId10" cstate="print"/>
            <a:stretch>
              <a:fillRect/>
            </a:stretch>
          </p:blipFill>
          <p:spPr>
            <a:xfrm>
              <a:off x="940201" y="9419184"/>
              <a:ext cx="157964" cy="157964"/>
            </a:xfrm>
            <a:prstGeom prst="rect">
              <a:avLst/>
            </a:prstGeom>
          </p:spPr>
        </p:pic>
        <p:pic>
          <p:nvPicPr>
            <p:cNvPr id="17" name="object 17"/>
            <p:cNvPicPr/>
            <p:nvPr/>
          </p:nvPicPr>
          <p:blipFill>
            <a:blip r:embed="rId11" cstate="print"/>
            <a:stretch>
              <a:fillRect/>
            </a:stretch>
          </p:blipFill>
          <p:spPr>
            <a:xfrm>
              <a:off x="705598" y="9419184"/>
              <a:ext cx="157964" cy="157964"/>
            </a:xfrm>
            <a:prstGeom prst="rect">
              <a:avLst/>
            </a:prstGeom>
          </p:spPr>
        </p:pic>
        <p:pic>
          <p:nvPicPr>
            <p:cNvPr id="18" name="object 18"/>
            <p:cNvPicPr/>
            <p:nvPr/>
          </p:nvPicPr>
          <p:blipFill>
            <a:blip r:embed="rId12" cstate="print"/>
            <a:stretch>
              <a:fillRect/>
            </a:stretch>
          </p:blipFill>
          <p:spPr>
            <a:xfrm>
              <a:off x="470996" y="9419184"/>
              <a:ext cx="157964" cy="157964"/>
            </a:xfrm>
            <a:prstGeom prst="rect">
              <a:avLst/>
            </a:prstGeom>
          </p:spPr>
        </p:pic>
        <p:pic>
          <p:nvPicPr>
            <p:cNvPr id="19" name="object 19"/>
            <p:cNvPicPr/>
            <p:nvPr/>
          </p:nvPicPr>
          <p:blipFill>
            <a:blip r:embed="rId13" cstate="print"/>
            <a:stretch>
              <a:fillRect/>
            </a:stretch>
          </p:blipFill>
          <p:spPr>
            <a:xfrm>
              <a:off x="245049" y="9419184"/>
              <a:ext cx="149309" cy="157964"/>
            </a:xfrm>
            <a:prstGeom prst="rect">
              <a:avLst/>
            </a:prstGeom>
          </p:spPr>
        </p:pic>
        <p:pic>
          <p:nvPicPr>
            <p:cNvPr id="20" name="object 20"/>
            <p:cNvPicPr/>
            <p:nvPr/>
          </p:nvPicPr>
          <p:blipFill>
            <a:blip r:embed="rId2" cstate="print"/>
            <a:stretch>
              <a:fillRect/>
            </a:stretch>
          </p:blipFill>
          <p:spPr>
            <a:xfrm>
              <a:off x="940201" y="9184582"/>
              <a:ext cx="157964" cy="157964"/>
            </a:xfrm>
            <a:prstGeom prst="rect">
              <a:avLst/>
            </a:prstGeom>
          </p:spPr>
        </p:pic>
        <p:pic>
          <p:nvPicPr>
            <p:cNvPr id="21" name="object 21"/>
            <p:cNvPicPr/>
            <p:nvPr/>
          </p:nvPicPr>
          <p:blipFill>
            <a:blip r:embed="rId14" cstate="print"/>
            <a:stretch>
              <a:fillRect/>
            </a:stretch>
          </p:blipFill>
          <p:spPr>
            <a:xfrm>
              <a:off x="705598" y="9184582"/>
              <a:ext cx="157964" cy="157964"/>
            </a:xfrm>
            <a:prstGeom prst="rect">
              <a:avLst/>
            </a:prstGeom>
          </p:spPr>
        </p:pic>
        <p:pic>
          <p:nvPicPr>
            <p:cNvPr id="22" name="object 22"/>
            <p:cNvPicPr/>
            <p:nvPr/>
          </p:nvPicPr>
          <p:blipFill>
            <a:blip r:embed="rId15" cstate="print"/>
            <a:stretch>
              <a:fillRect/>
            </a:stretch>
          </p:blipFill>
          <p:spPr>
            <a:xfrm>
              <a:off x="470996" y="9184582"/>
              <a:ext cx="157964" cy="157964"/>
            </a:xfrm>
            <a:prstGeom prst="rect">
              <a:avLst/>
            </a:prstGeom>
          </p:spPr>
        </p:pic>
        <p:pic>
          <p:nvPicPr>
            <p:cNvPr id="23" name="object 23"/>
            <p:cNvPicPr/>
            <p:nvPr/>
          </p:nvPicPr>
          <p:blipFill>
            <a:blip r:embed="rId5" cstate="print"/>
            <a:stretch>
              <a:fillRect/>
            </a:stretch>
          </p:blipFill>
          <p:spPr>
            <a:xfrm>
              <a:off x="245049" y="9184582"/>
              <a:ext cx="149309" cy="157964"/>
            </a:xfrm>
            <a:prstGeom prst="rect">
              <a:avLst/>
            </a:prstGeom>
          </p:spPr>
        </p:pic>
        <p:pic>
          <p:nvPicPr>
            <p:cNvPr id="24" name="object 24"/>
            <p:cNvPicPr/>
            <p:nvPr/>
          </p:nvPicPr>
          <p:blipFill>
            <a:blip r:embed="rId16" cstate="print"/>
            <a:stretch>
              <a:fillRect/>
            </a:stretch>
          </p:blipFill>
          <p:spPr>
            <a:xfrm>
              <a:off x="940200" y="8958454"/>
              <a:ext cx="157964" cy="149489"/>
            </a:xfrm>
            <a:prstGeom prst="rect">
              <a:avLst/>
            </a:prstGeom>
          </p:spPr>
        </p:pic>
        <p:pic>
          <p:nvPicPr>
            <p:cNvPr id="25" name="object 25"/>
            <p:cNvPicPr/>
            <p:nvPr/>
          </p:nvPicPr>
          <p:blipFill>
            <a:blip r:embed="rId17" cstate="print"/>
            <a:stretch>
              <a:fillRect/>
            </a:stretch>
          </p:blipFill>
          <p:spPr>
            <a:xfrm>
              <a:off x="705598" y="8958454"/>
              <a:ext cx="157964" cy="149489"/>
            </a:xfrm>
            <a:prstGeom prst="rect">
              <a:avLst/>
            </a:prstGeom>
          </p:spPr>
        </p:pic>
        <p:pic>
          <p:nvPicPr>
            <p:cNvPr id="26" name="object 26"/>
            <p:cNvPicPr/>
            <p:nvPr/>
          </p:nvPicPr>
          <p:blipFill>
            <a:blip r:embed="rId18" cstate="print"/>
            <a:stretch>
              <a:fillRect/>
            </a:stretch>
          </p:blipFill>
          <p:spPr>
            <a:xfrm>
              <a:off x="470996" y="8958454"/>
              <a:ext cx="157964" cy="149489"/>
            </a:xfrm>
            <a:prstGeom prst="rect">
              <a:avLst/>
            </a:prstGeom>
          </p:spPr>
        </p:pic>
        <p:pic>
          <p:nvPicPr>
            <p:cNvPr id="27" name="object 27"/>
            <p:cNvPicPr/>
            <p:nvPr/>
          </p:nvPicPr>
          <p:blipFill>
            <a:blip r:embed="rId19" cstate="print"/>
            <a:stretch>
              <a:fillRect/>
            </a:stretch>
          </p:blipFill>
          <p:spPr>
            <a:xfrm>
              <a:off x="245049" y="8958454"/>
              <a:ext cx="149309" cy="149489"/>
            </a:xfrm>
            <a:prstGeom prst="rect">
              <a:avLst/>
            </a:prstGeom>
          </p:spPr>
        </p:pic>
      </p:grpSp>
      <p:grpSp>
        <p:nvGrpSpPr>
          <p:cNvPr id="28" name="object 28"/>
          <p:cNvGrpSpPr/>
          <p:nvPr/>
        </p:nvGrpSpPr>
        <p:grpSpPr>
          <a:xfrm>
            <a:off x="1646634" y="0"/>
            <a:ext cx="16641444" cy="3210560"/>
            <a:chOff x="1646634" y="0"/>
            <a:chExt cx="16641444" cy="3210560"/>
          </a:xfrm>
        </p:grpSpPr>
        <p:sp>
          <p:nvSpPr>
            <p:cNvPr id="29" name="object 29"/>
            <p:cNvSpPr/>
            <p:nvPr/>
          </p:nvSpPr>
          <p:spPr>
            <a:xfrm>
              <a:off x="16181070" y="11"/>
              <a:ext cx="2106930" cy="3210560"/>
            </a:xfrm>
            <a:custGeom>
              <a:avLst/>
              <a:gdLst/>
              <a:ahLst/>
              <a:cxnLst/>
              <a:rect l="l" t="t" r="r" b="b"/>
              <a:pathLst>
                <a:path w="2106930" h="3210560">
                  <a:moveTo>
                    <a:pt x="2106917" y="3145586"/>
                  </a:moveTo>
                  <a:lnTo>
                    <a:pt x="42621" y="0"/>
                  </a:lnTo>
                  <a:lnTo>
                    <a:pt x="0" y="0"/>
                  </a:lnTo>
                  <a:lnTo>
                    <a:pt x="2106917" y="3210369"/>
                  </a:lnTo>
                  <a:lnTo>
                    <a:pt x="2106917" y="3145586"/>
                  </a:lnTo>
                  <a:close/>
                </a:path>
                <a:path w="2106930" h="3210560">
                  <a:moveTo>
                    <a:pt x="2106917" y="0"/>
                  </a:moveTo>
                  <a:lnTo>
                    <a:pt x="896810" y="0"/>
                  </a:lnTo>
                  <a:lnTo>
                    <a:pt x="2106917" y="1789557"/>
                  </a:lnTo>
                  <a:lnTo>
                    <a:pt x="2106917" y="0"/>
                  </a:lnTo>
                  <a:close/>
                </a:path>
              </a:pathLst>
            </a:custGeom>
            <a:solidFill>
              <a:srgbClr val="9AD9E8"/>
            </a:solidFill>
          </p:spPr>
          <p:txBody>
            <a:bodyPr wrap="square" lIns="0" tIns="0" rIns="0" bIns="0" rtlCol="0"/>
            <a:lstStyle/>
            <a:p>
              <a:endParaRPr/>
            </a:p>
          </p:txBody>
        </p:sp>
        <p:pic>
          <p:nvPicPr>
            <p:cNvPr id="30" name="object 30"/>
            <p:cNvPicPr/>
            <p:nvPr/>
          </p:nvPicPr>
          <p:blipFill>
            <a:blip r:embed="rId20" cstate="print"/>
            <a:stretch>
              <a:fillRect/>
            </a:stretch>
          </p:blipFill>
          <p:spPr>
            <a:xfrm>
              <a:off x="17255933" y="1158"/>
              <a:ext cx="155774" cy="155774"/>
            </a:xfrm>
            <a:prstGeom prst="rect">
              <a:avLst/>
            </a:prstGeom>
          </p:spPr>
        </p:pic>
        <p:pic>
          <p:nvPicPr>
            <p:cNvPr id="31" name="object 31"/>
            <p:cNvPicPr/>
            <p:nvPr/>
          </p:nvPicPr>
          <p:blipFill>
            <a:blip r:embed="rId21" cstate="print"/>
            <a:stretch>
              <a:fillRect/>
            </a:stretch>
          </p:blipFill>
          <p:spPr>
            <a:xfrm>
              <a:off x="17487281" y="1158"/>
              <a:ext cx="155774" cy="155774"/>
            </a:xfrm>
            <a:prstGeom prst="rect">
              <a:avLst/>
            </a:prstGeom>
          </p:spPr>
        </p:pic>
        <p:pic>
          <p:nvPicPr>
            <p:cNvPr id="32" name="object 32"/>
            <p:cNvPicPr/>
            <p:nvPr/>
          </p:nvPicPr>
          <p:blipFill>
            <a:blip r:embed="rId20" cstate="print"/>
            <a:stretch>
              <a:fillRect/>
            </a:stretch>
          </p:blipFill>
          <p:spPr>
            <a:xfrm>
              <a:off x="17718632" y="1158"/>
              <a:ext cx="155774" cy="155774"/>
            </a:xfrm>
            <a:prstGeom prst="rect">
              <a:avLst/>
            </a:prstGeom>
          </p:spPr>
        </p:pic>
        <p:pic>
          <p:nvPicPr>
            <p:cNvPr id="33" name="object 33"/>
            <p:cNvPicPr/>
            <p:nvPr/>
          </p:nvPicPr>
          <p:blipFill>
            <a:blip r:embed="rId22" cstate="print"/>
            <a:stretch>
              <a:fillRect/>
            </a:stretch>
          </p:blipFill>
          <p:spPr>
            <a:xfrm>
              <a:off x="17949983" y="1158"/>
              <a:ext cx="147239" cy="155774"/>
            </a:xfrm>
            <a:prstGeom prst="rect">
              <a:avLst/>
            </a:prstGeom>
          </p:spPr>
        </p:pic>
        <p:pic>
          <p:nvPicPr>
            <p:cNvPr id="34" name="object 34"/>
            <p:cNvPicPr/>
            <p:nvPr/>
          </p:nvPicPr>
          <p:blipFill>
            <a:blip r:embed="rId23" cstate="print"/>
            <a:stretch>
              <a:fillRect/>
            </a:stretch>
          </p:blipFill>
          <p:spPr>
            <a:xfrm>
              <a:off x="17255933" y="232508"/>
              <a:ext cx="155774" cy="155774"/>
            </a:xfrm>
            <a:prstGeom prst="rect">
              <a:avLst/>
            </a:prstGeom>
          </p:spPr>
        </p:pic>
        <p:pic>
          <p:nvPicPr>
            <p:cNvPr id="35" name="object 35"/>
            <p:cNvPicPr/>
            <p:nvPr/>
          </p:nvPicPr>
          <p:blipFill>
            <a:blip r:embed="rId24" cstate="print"/>
            <a:stretch>
              <a:fillRect/>
            </a:stretch>
          </p:blipFill>
          <p:spPr>
            <a:xfrm>
              <a:off x="17487281" y="232508"/>
              <a:ext cx="155774" cy="155774"/>
            </a:xfrm>
            <a:prstGeom prst="rect">
              <a:avLst/>
            </a:prstGeom>
          </p:spPr>
        </p:pic>
        <p:pic>
          <p:nvPicPr>
            <p:cNvPr id="36" name="object 36"/>
            <p:cNvPicPr/>
            <p:nvPr/>
          </p:nvPicPr>
          <p:blipFill>
            <a:blip r:embed="rId25" cstate="print"/>
            <a:stretch>
              <a:fillRect/>
            </a:stretch>
          </p:blipFill>
          <p:spPr>
            <a:xfrm>
              <a:off x="17718632" y="232508"/>
              <a:ext cx="155774" cy="155774"/>
            </a:xfrm>
            <a:prstGeom prst="rect">
              <a:avLst/>
            </a:prstGeom>
          </p:spPr>
        </p:pic>
        <p:pic>
          <p:nvPicPr>
            <p:cNvPr id="37" name="object 37"/>
            <p:cNvPicPr/>
            <p:nvPr/>
          </p:nvPicPr>
          <p:blipFill>
            <a:blip r:embed="rId26" cstate="print"/>
            <a:stretch>
              <a:fillRect/>
            </a:stretch>
          </p:blipFill>
          <p:spPr>
            <a:xfrm>
              <a:off x="17949983" y="232508"/>
              <a:ext cx="147239" cy="155774"/>
            </a:xfrm>
            <a:prstGeom prst="rect">
              <a:avLst/>
            </a:prstGeom>
          </p:spPr>
        </p:pic>
        <p:pic>
          <p:nvPicPr>
            <p:cNvPr id="38" name="object 38"/>
            <p:cNvPicPr/>
            <p:nvPr/>
          </p:nvPicPr>
          <p:blipFill>
            <a:blip r:embed="rId20" cstate="print"/>
            <a:stretch>
              <a:fillRect/>
            </a:stretch>
          </p:blipFill>
          <p:spPr>
            <a:xfrm>
              <a:off x="17255933" y="463858"/>
              <a:ext cx="155774" cy="155774"/>
            </a:xfrm>
            <a:prstGeom prst="rect">
              <a:avLst/>
            </a:prstGeom>
          </p:spPr>
        </p:pic>
        <p:pic>
          <p:nvPicPr>
            <p:cNvPr id="39" name="object 39"/>
            <p:cNvPicPr/>
            <p:nvPr/>
          </p:nvPicPr>
          <p:blipFill>
            <a:blip r:embed="rId21" cstate="print"/>
            <a:stretch>
              <a:fillRect/>
            </a:stretch>
          </p:blipFill>
          <p:spPr>
            <a:xfrm>
              <a:off x="17487281" y="463858"/>
              <a:ext cx="155774" cy="155774"/>
            </a:xfrm>
            <a:prstGeom prst="rect">
              <a:avLst/>
            </a:prstGeom>
          </p:spPr>
        </p:pic>
        <p:pic>
          <p:nvPicPr>
            <p:cNvPr id="40" name="object 40"/>
            <p:cNvPicPr/>
            <p:nvPr/>
          </p:nvPicPr>
          <p:blipFill>
            <a:blip r:embed="rId20" cstate="print"/>
            <a:stretch>
              <a:fillRect/>
            </a:stretch>
          </p:blipFill>
          <p:spPr>
            <a:xfrm>
              <a:off x="17718632" y="463858"/>
              <a:ext cx="155774" cy="155774"/>
            </a:xfrm>
            <a:prstGeom prst="rect">
              <a:avLst/>
            </a:prstGeom>
          </p:spPr>
        </p:pic>
        <p:pic>
          <p:nvPicPr>
            <p:cNvPr id="41" name="object 41"/>
            <p:cNvPicPr/>
            <p:nvPr/>
          </p:nvPicPr>
          <p:blipFill>
            <a:blip r:embed="rId22" cstate="print"/>
            <a:stretch>
              <a:fillRect/>
            </a:stretch>
          </p:blipFill>
          <p:spPr>
            <a:xfrm>
              <a:off x="17949983" y="463858"/>
              <a:ext cx="147239" cy="155774"/>
            </a:xfrm>
            <a:prstGeom prst="rect">
              <a:avLst/>
            </a:prstGeom>
          </p:spPr>
        </p:pic>
        <p:pic>
          <p:nvPicPr>
            <p:cNvPr id="42" name="object 42"/>
            <p:cNvPicPr/>
            <p:nvPr/>
          </p:nvPicPr>
          <p:blipFill>
            <a:blip r:embed="rId20" cstate="print"/>
            <a:stretch>
              <a:fillRect/>
            </a:stretch>
          </p:blipFill>
          <p:spPr>
            <a:xfrm>
              <a:off x="17255933" y="695208"/>
              <a:ext cx="155774" cy="155774"/>
            </a:xfrm>
            <a:prstGeom prst="rect">
              <a:avLst/>
            </a:prstGeom>
          </p:spPr>
        </p:pic>
        <p:pic>
          <p:nvPicPr>
            <p:cNvPr id="43" name="object 43"/>
            <p:cNvPicPr/>
            <p:nvPr/>
          </p:nvPicPr>
          <p:blipFill>
            <a:blip r:embed="rId21" cstate="print"/>
            <a:stretch>
              <a:fillRect/>
            </a:stretch>
          </p:blipFill>
          <p:spPr>
            <a:xfrm>
              <a:off x="17487281" y="695208"/>
              <a:ext cx="155774" cy="155774"/>
            </a:xfrm>
            <a:prstGeom prst="rect">
              <a:avLst/>
            </a:prstGeom>
          </p:spPr>
        </p:pic>
        <p:pic>
          <p:nvPicPr>
            <p:cNvPr id="44" name="object 44"/>
            <p:cNvPicPr/>
            <p:nvPr/>
          </p:nvPicPr>
          <p:blipFill>
            <a:blip r:embed="rId20" cstate="print"/>
            <a:stretch>
              <a:fillRect/>
            </a:stretch>
          </p:blipFill>
          <p:spPr>
            <a:xfrm>
              <a:off x="17718632" y="695208"/>
              <a:ext cx="155774" cy="155774"/>
            </a:xfrm>
            <a:prstGeom prst="rect">
              <a:avLst/>
            </a:prstGeom>
          </p:spPr>
        </p:pic>
        <p:pic>
          <p:nvPicPr>
            <p:cNvPr id="45" name="object 45"/>
            <p:cNvPicPr/>
            <p:nvPr/>
          </p:nvPicPr>
          <p:blipFill>
            <a:blip r:embed="rId22" cstate="print"/>
            <a:stretch>
              <a:fillRect/>
            </a:stretch>
          </p:blipFill>
          <p:spPr>
            <a:xfrm>
              <a:off x="17949983" y="695209"/>
              <a:ext cx="147239" cy="155774"/>
            </a:xfrm>
            <a:prstGeom prst="rect">
              <a:avLst/>
            </a:prstGeom>
          </p:spPr>
        </p:pic>
        <p:pic>
          <p:nvPicPr>
            <p:cNvPr id="46" name="object 46"/>
            <p:cNvPicPr/>
            <p:nvPr/>
          </p:nvPicPr>
          <p:blipFill>
            <a:blip r:embed="rId27" cstate="print"/>
            <a:stretch>
              <a:fillRect/>
            </a:stretch>
          </p:blipFill>
          <p:spPr>
            <a:xfrm>
              <a:off x="17255933" y="926558"/>
              <a:ext cx="155774" cy="155774"/>
            </a:xfrm>
            <a:prstGeom prst="rect">
              <a:avLst/>
            </a:prstGeom>
          </p:spPr>
        </p:pic>
        <p:pic>
          <p:nvPicPr>
            <p:cNvPr id="47" name="object 47"/>
            <p:cNvPicPr/>
            <p:nvPr/>
          </p:nvPicPr>
          <p:blipFill>
            <a:blip r:embed="rId28" cstate="print"/>
            <a:stretch>
              <a:fillRect/>
            </a:stretch>
          </p:blipFill>
          <p:spPr>
            <a:xfrm>
              <a:off x="17487281" y="926558"/>
              <a:ext cx="155774" cy="155774"/>
            </a:xfrm>
            <a:prstGeom prst="rect">
              <a:avLst/>
            </a:prstGeom>
          </p:spPr>
        </p:pic>
        <p:pic>
          <p:nvPicPr>
            <p:cNvPr id="48" name="object 48"/>
            <p:cNvPicPr/>
            <p:nvPr/>
          </p:nvPicPr>
          <p:blipFill>
            <a:blip r:embed="rId20" cstate="print"/>
            <a:stretch>
              <a:fillRect/>
            </a:stretch>
          </p:blipFill>
          <p:spPr>
            <a:xfrm>
              <a:off x="17718632" y="926558"/>
              <a:ext cx="155774" cy="155774"/>
            </a:xfrm>
            <a:prstGeom prst="rect">
              <a:avLst/>
            </a:prstGeom>
          </p:spPr>
        </p:pic>
        <p:pic>
          <p:nvPicPr>
            <p:cNvPr id="49" name="object 49"/>
            <p:cNvPicPr/>
            <p:nvPr/>
          </p:nvPicPr>
          <p:blipFill>
            <a:blip r:embed="rId22" cstate="print"/>
            <a:stretch>
              <a:fillRect/>
            </a:stretch>
          </p:blipFill>
          <p:spPr>
            <a:xfrm>
              <a:off x="17949983" y="926559"/>
              <a:ext cx="147239" cy="155774"/>
            </a:xfrm>
            <a:prstGeom prst="rect">
              <a:avLst/>
            </a:prstGeom>
          </p:spPr>
        </p:pic>
        <p:pic>
          <p:nvPicPr>
            <p:cNvPr id="50" name="object 50"/>
            <p:cNvPicPr/>
            <p:nvPr/>
          </p:nvPicPr>
          <p:blipFill>
            <a:blip r:embed="rId29" cstate="print"/>
            <a:stretch>
              <a:fillRect/>
            </a:stretch>
          </p:blipFill>
          <p:spPr>
            <a:xfrm>
              <a:off x="17255933" y="1157909"/>
              <a:ext cx="155774" cy="147416"/>
            </a:xfrm>
            <a:prstGeom prst="rect">
              <a:avLst/>
            </a:prstGeom>
          </p:spPr>
        </p:pic>
        <p:pic>
          <p:nvPicPr>
            <p:cNvPr id="51" name="object 51"/>
            <p:cNvPicPr/>
            <p:nvPr/>
          </p:nvPicPr>
          <p:blipFill>
            <a:blip r:embed="rId30" cstate="print"/>
            <a:stretch>
              <a:fillRect/>
            </a:stretch>
          </p:blipFill>
          <p:spPr>
            <a:xfrm>
              <a:off x="17487281" y="1157909"/>
              <a:ext cx="155774" cy="147416"/>
            </a:xfrm>
            <a:prstGeom prst="rect">
              <a:avLst/>
            </a:prstGeom>
          </p:spPr>
        </p:pic>
        <p:pic>
          <p:nvPicPr>
            <p:cNvPr id="52" name="object 52"/>
            <p:cNvPicPr/>
            <p:nvPr/>
          </p:nvPicPr>
          <p:blipFill>
            <a:blip r:embed="rId29" cstate="print"/>
            <a:stretch>
              <a:fillRect/>
            </a:stretch>
          </p:blipFill>
          <p:spPr>
            <a:xfrm>
              <a:off x="17718632" y="1157909"/>
              <a:ext cx="155774" cy="147416"/>
            </a:xfrm>
            <a:prstGeom prst="rect">
              <a:avLst/>
            </a:prstGeom>
          </p:spPr>
        </p:pic>
        <p:pic>
          <p:nvPicPr>
            <p:cNvPr id="53" name="object 53"/>
            <p:cNvPicPr/>
            <p:nvPr/>
          </p:nvPicPr>
          <p:blipFill>
            <a:blip r:embed="rId31" cstate="print"/>
            <a:stretch>
              <a:fillRect/>
            </a:stretch>
          </p:blipFill>
          <p:spPr>
            <a:xfrm>
              <a:off x="17949983" y="1157909"/>
              <a:ext cx="147239" cy="147416"/>
            </a:xfrm>
            <a:prstGeom prst="rect">
              <a:avLst/>
            </a:prstGeom>
          </p:spPr>
        </p:pic>
        <p:sp>
          <p:nvSpPr>
            <p:cNvPr id="54" name="object 54"/>
            <p:cNvSpPr/>
            <p:nvPr/>
          </p:nvSpPr>
          <p:spPr>
            <a:xfrm>
              <a:off x="1713309" y="412525"/>
              <a:ext cx="14879319" cy="1773555"/>
            </a:xfrm>
            <a:custGeom>
              <a:avLst/>
              <a:gdLst/>
              <a:ahLst/>
              <a:cxnLst/>
              <a:rect l="l" t="t" r="r" b="b"/>
              <a:pathLst>
                <a:path w="14879319" h="1773555">
                  <a:moveTo>
                    <a:pt x="14879280" y="1363241"/>
                  </a:moveTo>
                  <a:lnTo>
                    <a:pt x="0" y="1363241"/>
                  </a:lnTo>
                  <a:lnTo>
                    <a:pt x="0" y="0"/>
                  </a:lnTo>
                  <a:lnTo>
                    <a:pt x="14879280" y="0"/>
                  </a:lnTo>
                  <a:lnTo>
                    <a:pt x="14879280" y="1363241"/>
                  </a:lnTo>
                  <a:close/>
                </a:path>
                <a:path w="14879319" h="1773555">
                  <a:moveTo>
                    <a:pt x="343581" y="1773322"/>
                  </a:moveTo>
                  <a:lnTo>
                    <a:pt x="343581" y="1363241"/>
                  </a:lnTo>
                  <a:lnTo>
                    <a:pt x="1011347" y="1363241"/>
                  </a:lnTo>
                  <a:lnTo>
                    <a:pt x="343581" y="1773322"/>
                  </a:lnTo>
                  <a:close/>
                </a:path>
              </a:pathLst>
            </a:custGeom>
            <a:solidFill>
              <a:srgbClr val="9AD9E8"/>
            </a:solidFill>
          </p:spPr>
          <p:txBody>
            <a:bodyPr wrap="square" lIns="0" tIns="0" rIns="0" bIns="0" rtlCol="0"/>
            <a:lstStyle/>
            <a:p>
              <a:endParaRPr/>
            </a:p>
          </p:txBody>
        </p:sp>
        <p:sp>
          <p:nvSpPr>
            <p:cNvPr id="55" name="object 55"/>
            <p:cNvSpPr/>
            <p:nvPr/>
          </p:nvSpPr>
          <p:spPr>
            <a:xfrm>
              <a:off x="1990283" y="1775740"/>
              <a:ext cx="133350" cy="408940"/>
            </a:xfrm>
            <a:custGeom>
              <a:avLst/>
              <a:gdLst/>
              <a:ahLst/>
              <a:cxnLst/>
              <a:rect l="l" t="t" r="r" b="b"/>
              <a:pathLst>
                <a:path w="133350" h="408939">
                  <a:moveTo>
                    <a:pt x="0" y="0"/>
                  </a:moveTo>
                  <a:lnTo>
                    <a:pt x="133349" y="0"/>
                  </a:lnTo>
                  <a:lnTo>
                    <a:pt x="133349" y="408435"/>
                  </a:lnTo>
                  <a:lnTo>
                    <a:pt x="0" y="408435"/>
                  </a:lnTo>
                  <a:lnTo>
                    <a:pt x="0" y="0"/>
                  </a:lnTo>
                  <a:close/>
                </a:path>
              </a:pathLst>
            </a:custGeom>
            <a:solidFill>
              <a:srgbClr val="56C2D0"/>
            </a:solidFill>
          </p:spPr>
          <p:txBody>
            <a:bodyPr wrap="square" lIns="0" tIns="0" rIns="0" bIns="0" rtlCol="0"/>
            <a:lstStyle/>
            <a:p>
              <a:endParaRPr/>
            </a:p>
          </p:txBody>
        </p:sp>
        <p:sp>
          <p:nvSpPr>
            <p:cNvPr id="56" name="object 56"/>
            <p:cNvSpPr/>
            <p:nvPr/>
          </p:nvSpPr>
          <p:spPr>
            <a:xfrm>
              <a:off x="1713309" y="412526"/>
              <a:ext cx="14878050" cy="1771650"/>
            </a:xfrm>
            <a:custGeom>
              <a:avLst/>
              <a:gdLst/>
              <a:ahLst/>
              <a:cxnLst/>
              <a:rect l="l" t="t" r="r" b="b"/>
              <a:pathLst>
                <a:path w="14878050" h="1771650">
                  <a:moveTo>
                    <a:pt x="346314" y="1771649"/>
                  </a:moveTo>
                  <a:lnTo>
                    <a:pt x="1011401" y="1363214"/>
                  </a:lnTo>
                </a:path>
                <a:path w="14878050" h="1771650">
                  <a:moveTo>
                    <a:pt x="14878048" y="0"/>
                  </a:moveTo>
                  <a:lnTo>
                    <a:pt x="74" y="0"/>
                  </a:lnTo>
                  <a:lnTo>
                    <a:pt x="0" y="1363214"/>
                  </a:lnTo>
                  <a:lnTo>
                    <a:pt x="343648" y="1363214"/>
                  </a:lnTo>
                </a:path>
              </a:pathLst>
            </a:custGeom>
            <a:ln w="133349">
              <a:solidFill>
                <a:srgbClr val="56C2D0"/>
              </a:solidFill>
            </a:ln>
          </p:spPr>
          <p:txBody>
            <a:bodyPr wrap="square" lIns="0" tIns="0" rIns="0" bIns="0" rtlCol="0"/>
            <a:lstStyle/>
            <a:p>
              <a:endParaRPr/>
            </a:p>
          </p:txBody>
        </p:sp>
        <p:sp>
          <p:nvSpPr>
            <p:cNvPr id="57" name="object 57"/>
            <p:cNvSpPr/>
            <p:nvPr/>
          </p:nvSpPr>
          <p:spPr>
            <a:xfrm>
              <a:off x="2724711" y="1709065"/>
              <a:ext cx="13867130" cy="133350"/>
            </a:xfrm>
            <a:custGeom>
              <a:avLst/>
              <a:gdLst/>
              <a:ahLst/>
              <a:cxnLst/>
              <a:rect l="l" t="t" r="r" b="b"/>
              <a:pathLst>
                <a:path w="13867130" h="133350">
                  <a:moveTo>
                    <a:pt x="0" y="0"/>
                  </a:moveTo>
                  <a:lnTo>
                    <a:pt x="13866647" y="0"/>
                  </a:lnTo>
                  <a:lnTo>
                    <a:pt x="13866647" y="133349"/>
                  </a:lnTo>
                  <a:lnTo>
                    <a:pt x="0" y="133349"/>
                  </a:lnTo>
                  <a:lnTo>
                    <a:pt x="0" y="0"/>
                  </a:lnTo>
                  <a:close/>
                </a:path>
              </a:pathLst>
            </a:custGeom>
            <a:solidFill>
              <a:srgbClr val="56C2D0"/>
            </a:solidFill>
          </p:spPr>
          <p:txBody>
            <a:bodyPr wrap="square" lIns="0" tIns="0" rIns="0" bIns="0" rtlCol="0"/>
            <a:lstStyle/>
            <a:p>
              <a:endParaRPr/>
            </a:p>
          </p:txBody>
        </p:sp>
      </p:grpSp>
      <p:sp>
        <p:nvSpPr>
          <p:cNvPr id="58" name="object 58"/>
          <p:cNvSpPr txBox="1">
            <a:spLocks noGrp="1"/>
          </p:cNvSpPr>
          <p:nvPr>
            <p:ph type="title"/>
          </p:nvPr>
        </p:nvSpPr>
        <p:spPr>
          <a:xfrm>
            <a:off x="1262397" y="263508"/>
            <a:ext cx="15763205" cy="1125274"/>
          </a:xfrm>
          <a:prstGeom prst="rect">
            <a:avLst/>
          </a:prstGeom>
        </p:spPr>
        <p:txBody>
          <a:bodyPr vert="horz" wrap="square" lIns="0" tIns="321911" rIns="0" bIns="0" rtlCol="0">
            <a:spAutoFit/>
          </a:bodyPr>
          <a:lstStyle/>
          <a:p>
            <a:pPr marL="739775">
              <a:lnSpc>
                <a:spcPct val="100000"/>
              </a:lnSpc>
              <a:spcBef>
                <a:spcPts val="100"/>
              </a:spcBef>
            </a:pPr>
            <a:r>
              <a:rPr lang="en-IN" sz="5200" spc="695" dirty="0"/>
              <a:t>					IMPLEMENTATION</a:t>
            </a:r>
            <a:endParaRPr sz="5200" dirty="0"/>
          </a:p>
        </p:txBody>
      </p:sp>
      <p:sp>
        <p:nvSpPr>
          <p:cNvPr id="63" name="object 63"/>
          <p:cNvSpPr txBox="1"/>
          <p:nvPr/>
        </p:nvSpPr>
        <p:spPr>
          <a:xfrm>
            <a:off x="1990283" y="2591395"/>
            <a:ext cx="13455840" cy="6801862"/>
          </a:xfrm>
          <a:prstGeom prst="rect">
            <a:avLst/>
          </a:prstGeom>
        </p:spPr>
        <p:txBody>
          <a:bodyPr vert="horz" wrap="square" lIns="0" tIns="12700" rIns="0" bIns="0" rtlCol="0">
            <a:spAutoFit/>
          </a:bodyPr>
          <a:lstStyle/>
          <a:p>
            <a:pPr marL="413384" indent="-400685">
              <a:lnSpc>
                <a:spcPct val="100000"/>
              </a:lnSpc>
              <a:spcBef>
                <a:spcPts val="100"/>
              </a:spcBef>
              <a:buAutoNum type="arabicPeriod"/>
              <a:tabLst>
                <a:tab pos="413384" algn="l"/>
              </a:tabLst>
            </a:pPr>
            <a:endParaRPr lang="en-US" sz="3600" dirty="0"/>
          </a:p>
          <a:p>
            <a:pPr marL="413384" indent="-400685">
              <a:lnSpc>
                <a:spcPct val="100000"/>
              </a:lnSpc>
              <a:spcBef>
                <a:spcPts val="100"/>
              </a:spcBef>
              <a:buAutoNum type="arabicPeriod"/>
              <a:tabLst>
                <a:tab pos="413384" algn="l"/>
              </a:tabLst>
            </a:pPr>
            <a:endParaRPr lang="en-US" sz="3600" dirty="0"/>
          </a:p>
          <a:p>
            <a:pPr marL="584199" indent="-571500">
              <a:lnSpc>
                <a:spcPct val="100000"/>
              </a:lnSpc>
              <a:spcBef>
                <a:spcPts val="100"/>
              </a:spcBef>
              <a:buFont typeface="Wingdings" panose="05000000000000000000" pitchFamily="2" charset="2"/>
              <a:buChar char="q"/>
              <a:tabLst>
                <a:tab pos="413384" algn="l"/>
              </a:tabLst>
            </a:pPr>
            <a:r>
              <a:rPr lang="en-US" sz="3600" dirty="0"/>
              <a:t>Clone the repository </a:t>
            </a:r>
          </a:p>
          <a:p>
            <a:pPr marL="12699" lvl="3">
              <a:spcBef>
                <a:spcPts val="100"/>
              </a:spcBef>
              <a:tabLst>
                <a:tab pos="413384" algn="l"/>
              </a:tabLst>
            </a:pPr>
            <a:r>
              <a:rPr lang="en-US" sz="3600" dirty="0"/>
              <a:t>	git clone </a:t>
            </a:r>
            <a:r>
              <a:rPr lang="en-US" sz="3600" u="sng" dirty="0">
                <a:hlinkClick r:id="rId32"/>
              </a:rPr>
              <a:t>https://github.com/yourusername/ids-ips-ml.git</a:t>
            </a:r>
            <a:endParaRPr lang="en-US" sz="3600" u="sng" dirty="0"/>
          </a:p>
          <a:p>
            <a:pPr marL="584199" indent="-571500">
              <a:lnSpc>
                <a:spcPct val="100000"/>
              </a:lnSpc>
              <a:spcBef>
                <a:spcPts val="100"/>
              </a:spcBef>
              <a:buFont typeface="Wingdings" panose="05000000000000000000" pitchFamily="2" charset="2"/>
              <a:buChar char="q"/>
              <a:tabLst>
                <a:tab pos="413384" algn="l"/>
              </a:tabLst>
            </a:pPr>
            <a:r>
              <a:rPr lang="en-US" sz="3600" dirty="0"/>
              <a:t>Navigate to the project folder </a:t>
            </a:r>
          </a:p>
          <a:p>
            <a:pPr marL="12699">
              <a:lnSpc>
                <a:spcPct val="100000"/>
              </a:lnSpc>
              <a:spcBef>
                <a:spcPts val="100"/>
              </a:spcBef>
              <a:tabLst>
                <a:tab pos="413384" algn="l"/>
              </a:tabLst>
            </a:pPr>
            <a:r>
              <a:rPr lang="en-US" sz="3600" dirty="0"/>
              <a:t>	cd ids-</a:t>
            </a:r>
            <a:r>
              <a:rPr lang="en-US" sz="3600" dirty="0" err="1"/>
              <a:t>ips</a:t>
            </a:r>
            <a:r>
              <a:rPr lang="en-US" sz="3600" dirty="0"/>
              <a:t>-ml </a:t>
            </a:r>
          </a:p>
          <a:p>
            <a:pPr marL="584199" indent="-571500">
              <a:lnSpc>
                <a:spcPct val="100000"/>
              </a:lnSpc>
              <a:spcBef>
                <a:spcPts val="100"/>
              </a:spcBef>
              <a:buFont typeface="Wingdings" panose="05000000000000000000" pitchFamily="2" charset="2"/>
              <a:buChar char="q"/>
              <a:tabLst>
                <a:tab pos="413384" algn="l"/>
              </a:tabLst>
            </a:pPr>
            <a:r>
              <a:rPr lang="en-US" sz="3600" dirty="0"/>
              <a:t>Install dependencies</a:t>
            </a:r>
          </a:p>
          <a:p>
            <a:pPr marL="12699">
              <a:lnSpc>
                <a:spcPct val="100000"/>
              </a:lnSpc>
              <a:spcBef>
                <a:spcPts val="100"/>
              </a:spcBef>
              <a:tabLst>
                <a:tab pos="413384" algn="l"/>
              </a:tabLst>
            </a:pPr>
            <a:r>
              <a:rPr lang="en-US" sz="3600" dirty="0"/>
              <a:t>	pip install -r requirements.txt </a:t>
            </a:r>
          </a:p>
          <a:p>
            <a:pPr marL="584199" indent="-571500">
              <a:lnSpc>
                <a:spcPct val="100000"/>
              </a:lnSpc>
              <a:spcBef>
                <a:spcPts val="100"/>
              </a:spcBef>
              <a:buFont typeface="Wingdings" panose="05000000000000000000" pitchFamily="2" charset="2"/>
              <a:buChar char="q"/>
              <a:tabLst>
                <a:tab pos="413384" algn="l"/>
              </a:tabLst>
            </a:pPr>
            <a:r>
              <a:rPr lang="en-US" sz="3600" dirty="0"/>
              <a:t>Train the machine learning model </a:t>
            </a:r>
          </a:p>
          <a:p>
            <a:pPr marL="12699">
              <a:lnSpc>
                <a:spcPct val="100000"/>
              </a:lnSpc>
              <a:spcBef>
                <a:spcPts val="100"/>
              </a:spcBef>
              <a:tabLst>
                <a:tab pos="413384" algn="l"/>
              </a:tabLst>
            </a:pPr>
            <a:r>
              <a:rPr lang="en-US" sz="3600" dirty="0"/>
              <a:t>	python train_model.py</a:t>
            </a:r>
          </a:p>
          <a:p>
            <a:pPr marL="584199" indent="-571500">
              <a:lnSpc>
                <a:spcPct val="100000"/>
              </a:lnSpc>
              <a:spcBef>
                <a:spcPts val="100"/>
              </a:spcBef>
              <a:buFont typeface="Wingdings" panose="05000000000000000000" pitchFamily="2" charset="2"/>
              <a:buChar char="q"/>
              <a:tabLst>
                <a:tab pos="413384" algn="l"/>
              </a:tabLst>
            </a:pPr>
            <a:r>
              <a:rPr lang="en-US" sz="3600" dirty="0"/>
              <a:t>Run the application </a:t>
            </a:r>
          </a:p>
          <a:p>
            <a:pPr marL="12699">
              <a:lnSpc>
                <a:spcPct val="100000"/>
              </a:lnSpc>
              <a:spcBef>
                <a:spcPts val="100"/>
              </a:spcBef>
              <a:tabLst>
                <a:tab pos="413384" algn="l"/>
              </a:tabLst>
            </a:pPr>
            <a:r>
              <a:rPr lang="en-US" sz="3600" dirty="0"/>
              <a:t>	python app.py Open in browser </a:t>
            </a:r>
            <a:r>
              <a:rPr lang="en-US" sz="3600" u="sng" dirty="0">
                <a:hlinkClick r:id="rId33"/>
              </a:rPr>
              <a:t>http://127.0.0.1:5000</a:t>
            </a:r>
            <a:endParaRPr sz="3600" dirty="0">
              <a:latin typeface="Times New Roman"/>
              <a:cs typeface="Times New Roman"/>
            </a:endParaRPr>
          </a:p>
        </p:txBody>
      </p:sp>
      <p:grpSp>
        <p:nvGrpSpPr>
          <p:cNvPr id="66" name="object 16">
            <a:extLst>
              <a:ext uri="{FF2B5EF4-FFF2-40B4-BE49-F238E27FC236}">
                <a16:creationId xmlns:a16="http://schemas.microsoft.com/office/drawing/2014/main" id="{99017C16-6259-B50C-88E7-0B9CD1E73C85}"/>
              </a:ext>
            </a:extLst>
          </p:cNvPr>
          <p:cNvGrpSpPr/>
          <p:nvPr/>
        </p:nvGrpSpPr>
        <p:grpSpPr>
          <a:xfrm>
            <a:off x="15053113" y="5078566"/>
            <a:ext cx="2896870" cy="4419600"/>
            <a:chOff x="0" y="2320496"/>
            <a:chExt cx="2896870" cy="4419600"/>
          </a:xfrm>
        </p:grpSpPr>
        <p:pic>
          <p:nvPicPr>
            <p:cNvPr id="67" name="object 17">
              <a:extLst>
                <a:ext uri="{FF2B5EF4-FFF2-40B4-BE49-F238E27FC236}">
                  <a16:creationId xmlns:a16="http://schemas.microsoft.com/office/drawing/2014/main" id="{223C066B-D66A-DEAB-2270-87FF702A8D0B}"/>
                </a:ext>
              </a:extLst>
            </p:cNvPr>
            <p:cNvPicPr/>
            <p:nvPr/>
          </p:nvPicPr>
          <p:blipFill>
            <a:blip r:embed="rId34" cstate="print"/>
            <a:stretch>
              <a:fillRect/>
            </a:stretch>
          </p:blipFill>
          <p:spPr>
            <a:xfrm>
              <a:off x="2811026" y="3744152"/>
              <a:ext cx="85725" cy="85724"/>
            </a:xfrm>
            <a:prstGeom prst="rect">
              <a:avLst/>
            </a:prstGeom>
          </p:spPr>
        </p:pic>
        <p:pic>
          <p:nvPicPr>
            <p:cNvPr id="68" name="object 18">
              <a:extLst>
                <a:ext uri="{FF2B5EF4-FFF2-40B4-BE49-F238E27FC236}">
                  <a16:creationId xmlns:a16="http://schemas.microsoft.com/office/drawing/2014/main" id="{636F586A-370C-23B3-1975-81CD3B5C6823}"/>
                </a:ext>
              </a:extLst>
            </p:cNvPr>
            <p:cNvPicPr/>
            <p:nvPr/>
          </p:nvPicPr>
          <p:blipFill>
            <a:blip r:embed="rId34" cstate="print"/>
            <a:stretch>
              <a:fillRect/>
            </a:stretch>
          </p:blipFill>
          <p:spPr>
            <a:xfrm>
              <a:off x="2811026" y="5325302"/>
              <a:ext cx="85725" cy="85724"/>
            </a:xfrm>
            <a:prstGeom prst="rect">
              <a:avLst/>
            </a:prstGeom>
          </p:spPr>
        </p:pic>
        <p:pic>
          <p:nvPicPr>
            <p:cNvPr id="69" name="object 19">
              <a:extLst>
                <a:ext uri="{FF2B5EF4-FFF2-40B4-BE49-F238E27FC236}">
                  <a16:creationId xmlns:a16="http://schemas.microsoft.com/office/drawing/2014/main" id="{42F4E60D-8739-B17F-EFAD-7F52DA932E15}"/>
                </a:ext>
              </a:extLst>
            </p:cNvPr>
            <p:cNvPicPr/>
            <p:nvPr/>
          </p:nvPicPr>
          <p:blipFill>
            <a:blip r:embed="rId35" cstate="print"/>
            <a:stretch>
              <a:fillRect/>
            </a:stretch>
          </p:blipFill>
          <p:spPr>
            <a:xfrm>
              <a:off x="2811026" y="6115877"/>
              <a:ext cx="85725" cy="85724"/>
            </a:xfrm>
            <a:prstGeom prst="rect">
              <a:avLst/>
            </a:prstGeom>
          </p:spPr>
        </p:pic>
        <p:pic>
          <p:nvPicPr>
            <p:cNvPr id="70" name="object 20">
              <a:extLst>
                <a:ext uri="{FF2B5EF4-FFF2-40B4-BE49-F238E27FC236}">
                  <a16:creationId xmlns:a16="http://schemas.microsoft.com/office/drawing/2014/main" id="{BA6EE2CF-A706-48B8-1F2C-BD739BA16CE4}"/>
                </a:ext>
              </a:extLst>
            </p:cNvPr>
            <p:cNvPicPr/>
            <p:nvPr/>
          </p:nvPicPr>
          <p:blipFill>
            <a:blip r:embed="rId36" cstate="print"/>
            <a:stretch>
              <a:fillRect/>
            </a:stretch>
          </p:blipFill>
          <p:spPr>
            <a:xfrm>
              <a:off x="0" y="2320496"/>
              <a:ext cx="2857499" cy="4419599"/>
            </a:xfrm>
            <a:prstGeom prst="rect">
              <a:avLst/>
            </a:prstGeom>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5106645-D496-E5EB-62D5-8011B342AB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15000" y="0"/>
            <a:ext cx="6858000" cy="10287000"/>
          </a:xfrm>
          <a:prstGeom prst="rect">
            <a:avLst/>
          </a:prstGeom>
        </p:spPr>
      </p:pic>
      <p:grpSp>
        <p:nvGrpSpPr>
          <p:cNvPr id="5" name="object 2">
            <a:extLst>
              <a:ext uri="{FF2B5EF4-FFF2-40B4-BE49-F238E27FC236}">
                <a16:creationId xmlns:a16="http://schemas.microsoft.com/office/drawing/2014/main" id="{4FCF60E6-4EB3-755E-33E8-B4BE8C3A8181}"/>
              </a:ext>
            </a:extLst>
          </p:cNvPr>
          <p:cNvGrpSpPr/>
          <p:nvPr/>
        </p:nvGrpSpPr>
        <p:grpSpPr>
          <a:xfrm>
            <a:off x="16073121" y="0"/>
            <a:ext cx="2214880" cy="2700020"/>
            <a:chOff x="16516041" y="0"/>
            <a:chExt cx="1772285" cy="2700020"/>
          </a:xfrm>
        </p:grpSpPr>
        <p:sp>
          <p:nvSpPr>
            <p:cNvPr id="6" name="object 3">
              <a:extLst>
                <a:ext uri="{FF2B5EF4-FFF2-40B4-BE49-F238E27FC236}">
                  <a16:creationId xmlns:a16="http://schemas.microsoft.com/office/drawing/2014/main" id="{58C6EAD5-A902-2490-0ABE-6029A7C079F4}"/>
                </a:ext>
              </a:extLst>
            </p:cNvPr>
            <p:cNvSpPr/>
            <p:nvPr/>
          </p:nvSpPr>
          <p:spPr>
            <a:xfrm>
              <a:off x="16516033" y="0"/>
              <a:ext cx="1772285" cy="2700020"/>
            </a:xfrm>
            <a:custGeom>
              <a:avLst/>
              <a:gdLst/>
              <a:ahLst/>
              <a:cxnLst/>
              <a:rect l="l" t="t" r="r" b="b"/>
              <a:pathLst>
                <a:path w="1772284" h="2700020">
                  <a:moveTo>
                    <a:pt x="1771967" y="2603284"/>
                  </a:moveTo>
                  <a:lnTo>
                    <a:pt x="63550" y="0"/>
                  </a:lnTo>
                  <a:lnTo>
                    <a:pt x="0" y="0"/>
                  </a:lnTo>
                  <a:lnTo>
                    <a:pt x="1771967" y="2699982"/>
                  </a:lnTo>
                  <a:lnTo>
                    <a:pt x="1771967" y="2603284"/>
                  </a:lnTo>
                  <a:close/>
                </a:path>
                <a:path w="1772284" h="2700020">
                  <a:moveTo>
                    <a:pt x="1771967" y="0"/>
                  </a:moveTo>
                  <a:lnTo>
                    <a:pt x="1373517" y="0"/>
                  </a:lnTo>
                  <a:lnTo>
                    <a:pt x="1771967" y="589241"/>
                  </a:lnTo>
                  <a:lnTo>
                    <a:pt x="1771967" y="0"/>
                  </a:lnTo>
                  <a:close/>
                </a:path>
              </a:pathLst>
            </a:custGeom>
            <a:solidFill>
              <a:srgbClr val="9AD9E8"/>
            </a:solidFill>
          </p:spPr>
          <p:txBody>
            <a:bodyPr wrap="square" lIns="0" tIns="0" rIns="0" bIns="0" rtlCol="0"/>
            <a:lstStyle/>
            <a:p>
              <a:endParaRPr/>
            </a:p>
          </p:txBody>
        </p:sp>
        <p:pic>
          <p:nvPicPr>
            <p:cNvPr id="7" name="object 4">
              <a:extLst>
                <a:ext uri="{FF2B5EF4-FFF2-40B4-BE49-F238E27FC236}">
                  <a16:creationId xmlns:a16="http://schemas.microsoft.com/office/drawing/2014/main" id="{8759CC0F-D741-8B92-B4E3-0D04787D37BD}"/>
                </a:ext>
              </a:extLst>
            </p:cNvPr>
            <p:cNvPicPr/>
            <p:nvPr/>
          </p:nvPicPr>
          <p:blipFill>
            <a:blip r:embed="rId3" cstate="print"/>
            <a:stretch>
              <a:fillRect/>
            </a:stretch>
          </p:blipFill>
          <p:spPr>
            <a:xfrm>
              <a:off x="16967572" y="0"/>
              <a:ext cx="232499" cy="191795"/>
            </a:xfrm>
            <a:prstGeom prst="rect">
              <a:avLst/>
            </a:prstGeom>
          </p:spPr>
        </p:pic>
        <p:pic>
          <p:nvPicPr>
            <p:cNvPr id="8" name="object 5">
              <a:extLst>
                <a:ext uri="{FF2B5EF4-FFF2-40B4-BE49-F238E27FC236}">
                  <a16:creationId xmlns:a16="http://schemas.microsoft.com/office/drawing/2014/main" id="{8C328C80-F69B-325A-EBD1-5A44030783ED}"/>
                </a:ext>
              </a:extLst>
            </p:cNvPr>
            <p:cNvPicPr/>
            <p:nvPr/>
          </p:nvPicPr>
          <p:blipFill>
            <a:blip r:embed="rId4" cstate="print"/>
            <a:stretch>
              <a:fillRect/>
            </a:stretch>
          </p:blipFill>
          <p:spPr>
            <a:xfrm>
              <a:off x="17312870" y="0"/>
              <a:ext cx="232499" cy="191795"/>
            </a:xfrm>
            <a:prstGeom prst="rect">
              <a:avLst/>
            </a:prstGeom>
          </p:spPr>
        </p:pic>
        <p:pic>
          <p:nvPicPr>
            <p:cNvPr id="9" name="object 6">
              <a:extLst>
                <a:ext uri="{FF2B5EF4-FFF2-40B4-BE49-F238E27FC236}">
                  <a16:creationId xmlns:a16="http://schemas.microsoft.com/office/drawing/2014/main" id="{BE84E5A4-061F-C7C2-6592-B0B013A35835}"/>
                </a:ext>
              </a:extLst>
            </p:cNvPr>
            <p:cNvPicPr/>
            <p:nvPr/>
          </p:nvPicPr>
          <p:blipFill>
            <a:blip r:embed="rId3" cstate="print"/>
            <a:stretch>
              <a:fillRect/>
            </a:stretch>
          </p:blipFill>
          <p:spPr>
            <a:xfrm>
              <a:off x="17658169" y="0"/>
              <a:ext cx="232499" cy="191795"/>
            </a:xfrm>
            <a:prstGeom prst="rect">
              <a:avLst/>
            </a:prstGeom>
          </p:spPr>
        </p:pic>
        <p:pic>
          <p:nvPicPr>
            <p:cNvPr id="10" name="object 7">
              <a:extLst>
                <a:ext uri="{FF2B5EF4-FFF2-40B4-BE49-F238E27FC236}">
                  <a16:creationId xmlns:a16="http://schemas.microsoft.com/office/drawing/2014/main" id="{48373619-0908-9F9C-C422-3E5E72656EB0}"/>
                </a:ext>
              </a:extLst>
            </p:cNvPr>
            <p:cNvPicPr/>
            <p:nvPr/>
          </p:nvPicPr>
          <p:blipFill>
            <a:blip r:embed="rId5" cstate="print"/>
            <a:stretch>
              <a:fillRect/>
            </a:stretch>
          </p:blipFill>
          <p:spPr>
            <a:xfrm>
              <a:off x="18003468" y="0"/>
              <a:ext cx="219759" cy="191795"/>
            </a:xfrm>
            <a:prstGeom prst="rect">
              <a:avLst/>
            </a:prstGeom>
          </p:spPr>
        </p:pic>
      </p:grpSp>
      <p:sp>
        <p:nvSpPr>
          <p:cNvPr id="23" name="object 27">
            <a:extLst>
              <a:ext uri="{FF2B5EF4-FFF2-40B4-BE49-F238E27FC236}">
                <a16:creationId xmlns:a16="http://schemas.microsoft.com/office/drawing/2014/main" id="{0D0359B4-6BD3-6E93-3233-0E515330F2C0}"/>
              </a:ext>
            </a:extLst>
          </p:cNvPr>
          <p:cNvSpPr/>
          <p:nvPr/>
        </p:nvSpPr>
        <p:spPr>
          <a:xfrm>
            <a:off x="0" y="8467496"/>
            <a:ext cx="2214880" cy="1819910"/>
          </a:xfrm>
          <a:custGeom>
            <a:avLst/>
            <a:gdLst/>
            <a:ahLst/>
            <a:cxnLst/>
            <a:rect l="l" t="t" r="r" b="b"/>
            <a:pathLst>
              <a:path w="2214880" h="1819909">
                <a:moveTo>
                  <a:pt x="1787804" y="308610"/>
                </a:moveTo>
                <a:lnTo>
                  <a:pt x="0" y="308610"/>
                </a:lnTo>
                <a:lnTo>
                  <a:pt x="0" y="351790"/>
                </a:lnTo>
                <a:lnTo>
                  <a:pt x="1744497" y="351790"/>
                </a:lnTo>
                <a:lnTo>
                  <a:pt x="1744497" y="1819910"/>
                </a:lnTo>
                <a:lnTo>
                  <a:pt x="1787804" y="1819910"/>
                </a:lnTo>
                <a:lnTo>
                  <a:pt x="1787804" y="351790"/>
                </a:lnTo>
                <a:lnTo>
                  <a:pt x="1787804" y="308610"/>
                </a:lnTo>
                <a:close/>
              </a:path>
              <a:path w="2214880" h="1819909">
                <a:moveTo>
                  <a:pt x="2214334" y="0"/>
                </a:moveTo>
                <a:lnTo>
                  <a:pt x="1469313" y="0"/>
                </a:lnTo>
                <a:lnTo>
                  <a:pt x="1469313" y="43180"/>
                </a:lnTo>
                <a:lnTo>
                  <a:pt x="2171027" y="43180"/>
                </a:lnTo>
                <a:lnTo>
                  <a:pt x="2171027" y="1819910"/>
                </a:lnTo>
                <a:lnTo>
                  <a:pt x="2214334" y="1819910"/>
                </a:lnTo>
                <a:lnTo>
                  <a:pt x="2214334" y="43180"/>
                </a:lnTo>
                <a:lnTo>
                  <a:pt x="2214334" y="0"/>
                </a:lnTo>
                <a:close/>
              </a:path>
            </a:pathLst>
          </a:custGeom>
          <a:solidFill>
            <a:srgbClr val="56C2D0"/>
          </a:solidFill>
        </p:spPr>
        <p:txBody>
          <a:bodyPr wrap="square" lIns="0" tIns="0" rIns="0" bIns="0" rtlCol="0"/>
          <a:lstStyle/>
          <a:p>
            <a:endParaRPr dirty="0"/>
          </a:p>
        </p:txBody>
      </p:sp>
    </p:spTree>
    <p:extLst>
      <p:ext uri="{BB962C8B-B14F-4D97-AF65-F5344CB8AC3E}">
        <p14:creationId xmlns:p14="http://schemas.microsoft.com/office/powerpoint/2010/main" val="15340242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331</TotalTime>
  <Words>400</Words>
  <Application>Microsoft Office PowerPoint</Application>
  <PresentationFormat>Custom</PresentationFormat>
  <Paragraphs>41</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Algerian</vt:lpstr>
      <vt:lpstr>Calibri</vt:lpstr>
      <vt:lpstr>Times New Roman</vt:lpstr>
      <vt:lpstr>Wingdings</vt:lpstr>
      <vt:lpstr>Office Theme</vt:lpstr>
      <vt:lpstr>PowerPoint Presentation</vt:lpstr>
      <vt:lpstr>Overview</vt:lpstr>
      <vt:lpstr>Key Features</vt:lpstr>
      <vt:lpstr>Tech Stack</vt:lpstr>
      <vt:lpstr>Folder Structure</vt:lpstr>
      <vt:lpstr>     IMPLEMENTATION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Blue and White Minimalist Project Presentation</dc:title>
  <dc:creator>vaishnavi G D</dc:creator>
  <cp:keywords>DAG1TUk43Uw,BAG1R-cIOUw,0</cp:keywords>
  <cp:lastModifiedBy>Harish Gunagi</cp:lastModifiedBy>
  <cp:revision>11</cp:revision>
  <dcterms:created xsi:type="dcterms:W3CDTF">2025-10-09T15:59:20Z</dcterms:created>
  <dcterms:modified xsi:type="dcterms:W3CDTF">2026-03-11T05:53:47Z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2025-10-09T00:00:00Z</vt:filetime>
  </property>
  <property fmtid="{D5CDD505-2E9C-101B-9397-08002B2CF9AE}" pid="3" name="Creator">
    <vt:lpwstr>Canva</vt:lpwstr>
  </property>
  <property fmtid="{D5CDD505-2E9C-101B-9397-08002B2CF9AE}" pid="4" name="LastSaved">
    <vt:filetime>2025-10-09T00:00:00Z</vt:filetime>
  </property>
  <property fmtid="{D5CDD505-2E9C-101B-9397-08002B2CF9AE}" pid="5" name="Producer">
    <vt:lpwstr>Canva</vt:lpwstr>
  </property>
</Properties>
</file>